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notesMasterIdLst>
    <p:notesMasterId r:id="rId36"/>
  </p:notesMasterIdLst>
  <p:sldIdLst>
    <p:sldId id="297" r:id="rId5"/>
    <p:sldId id="2147375713" r:id="rId6"/>
    <p:sldId id="2147375714" r:id="rId7"/>
    <p:sldId id="2147375673" r:id="rId8"/>
    <p:sldId id="2147375681" r:id="rId9"/>
    <p:sldId id="2147375728" r:id="rId10"/>
    <p:sldId id="2147375735" r:id="rId11"/>
    <p:sldId id="2147375733" r:id="rId12"/>
    <p:sldId id="2147375736" r:id="rId13"/>
    <p:sldId id="2147375737" r:id="rId14"/>
    <p:sldId id="2147375738" r:id="rId15"/>
    <p:sldId id="2147375739" r:id="rId16"/>
    <p:sldId id="2147375740" r:id="rId17"/>
    <p:sldId id="2147375741" r:id="rId18"/>
    <p:sldId id="2147375742" r:id="rId19"/>
    <p:sldId id="2147375666" r:id="rId20"/>
    <p:sldId id="2147375753" r:id="rId21"/>
    <p:sldId id="2147375760" r:id="rId22"/>
    <p:sldId id="2147375688" r:id="rId23"/>
    <p:sldId id="2147375689" r:id="rId24"/>
    <p:sldId id="2147375690" r:id="rId25"/>
    <p:sldId id="302" r:id="rId26"/>
    <p:sldId id="2147375730" r:id="rId27"/>
    <p:sldId id="2147375731" r:id="rId28"/>
    <p:sldId id="2147375744" r:id="rId29"/>
    <p:sldId id="2147375691" r:id="rId30"/>
    <p:sldId id="296" r:id="rId31"/>
    <p:sldId id="2147375778" r:id="rId32"/>
    <p:sldId id="2147375768" r:id="rId33"/>
    <p:sldId id="2147375779" r:id="rId34"/>
    <p:sldId id="214737578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C73E93-CB66-4FC8-AA95-65A24332DBB6}" v="1137" dt="2026-03-19T12:22:14.737"/>
    <p1510:client id="{79F9EC51-C010-42B6-4187-A7116660D160}" v="97" dt="2026-03-18T19:31:51.487"/>
    <p1510:client id="{FF2B6E07-A0D2-B147-B8EE-679F10B14277}" v="1" dt="2026-03-19T18:19:31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/>
    <p:restoredTop sz="94629"/>
  </p:normalViewPr>
  <p:slideViewPr>
    <p:cSldViewPr snapToGrid="0">
      <p:cViewPr varScale="1">
        <p:scale>
          <a:sx n="66" d="100"/>
          <a:sy n="66" d="100"/>
        </p:scale>
        <p:origin x="19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Steven Hohlier" userId="S::joseph.hohlier@lilly.com::e85c8368-c681-4cb5-b62c-726d1754f1ef" providerId="AD" clId="Web-{79F9EC51-C010-42B6-4187-A7116660D160}"/>
    <pc:docChg chg="addSld delSld modSld sldOrd">
      <pc:chgData name="Joseph Steven Hohlier" userId="S::joseph.hohlier@lilly.com::e85c8368-c681-4cb5-b62c-726d1754f1ef" providerId="AD" clId="Web-{79F9EC51-C010-42B6-4187-A7116660D160}" dt="2026-03-18T19:31:51.487" v="273"/>
      <pc:docMkLst>
        <pc:docMk/>
      </pc:docMkLst>
      <pc:sldChg chg="modSp del modNotes">
        <pc:chgData name="Joseph Steven Hohlier" userId="S::joseph.hohlier@lilly.com::e85c8368-c681-4cb5-b62c-726d1754f1ef" providerId="AD" clId="Web-{79F9EC51-C010-42B6-4187-A7116660D160}" dt="2026-03-18T19:31:51.487" v="273"/>
        <pc:sldMkLst>
          <pc:docMk/>
          <pc:sldMk cId="0" sldId="298"/>
        </pc:sldMkLst>
        <pc:spChg chg="mod">
          <ac:chgData name="Joseph Steven Hohlier" userId="S::joseph.hohlier@lilly.com::e85c8368-c681-4cb5-b62c-726d1754f1ef" providerId="AD" clId="Web-{79F9EC51-C010-42B6-4187-A7116660D160}" dt="2026-03-18T19:31:36.909" v="269" actId="20577"/>
          <ac:spMkLst>
            <pc:docMk/>
            <pc:sldMk cId="0" sldId="298"/>
            <ac:spMk id="2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9:31.654" v="140" actId="1076"/>
          <ac:spMkLst>
            <pc:docMk/>
            <pc:sldMk cId="0" sldId="298"/>
            <ac:spMk id="3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9:39.951" v="142" actId="1076"/>
          <ac:spMkLst>
            <pc:docMk/>
            <pc:sldMk cId="0" sldId="298"/>
            <ac:spMk id="4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9:35.920" v="141" actId="1076"/>
          <ac:spMkLst>
            <pc:docMk/>
            <pc:sldMk cId="0" sldId="298"/>
            <ac:spMk id="5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08"/>
          <ac:spMkLst>
            <pc:docMk/>
            <pc:sldMk cId="0" sldId="298"/>
            <ac:spMk id="15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09"/>
          <ac:spMkLst>
            <pc:docMk/>
            <pc:sldMk cId="0" sldId="298"/>
            <ac:spMk id="18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10"/>
          <ac:spMkLst>
            <pc:docMk/>
            <pc:sldMk cId="0" sldId="298"/>
            <ac:spMk id="21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11"/>
          <ac:spMkLst>
            <pc:docMk/>
            <pc:sldMk cId="0" sldId="298"/>
            <ac:spMk id="24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12"/>
          <ac:spMkLst>
            <pc:docMk/>
            <pc:sldMk cId="0" sldId="298"/>
            <ac:spMk id="27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13"/>
          <ac:spMkLst>
            <pc:docMk/>
            <pc:sldMk cId="0" sldId="298"/>
            <ac:spMk id="30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14"/>
          <ac:spMkLst>
            <pc:docMk/>
            <pc:sldMk cId="0" sldId="298"/>
            <ac:spMk id="33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15"/>
          <ac:spMkLst>
            <pc:docMk/>
            <pc:sldMk cId="0" sldId="298"/>
            <ac:spMk id="36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16"/>
          <ac:spMkLst>
            <pc:docMk/>
            <pc:sldMk cId="0" sldId="298"/>
            <ac:spMk id="39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17"/>
          <ac:spMkLst>
            <pc:docMk/>
            <pc:sldMk cId="0" sldId="298"/>
            <ac:spMk id="42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3.826" v="118"/>
          <ac:spMkLst>
            <pc:docMk/>
            <pc:sldMk cId="0" sldId="298"/>
            <ac:spMk id="45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8:54.092" v="119"/>
          <ac:spMkLst>
            <pc:docMk/>
            <pc:sldMk cId="0" sldId="298"/>
            <ac:spMk id="48" creationId="{00000000-0000-0000-0000-000000000000}"/>
          </ac:spMkLst>
        </pc:spChg>
      </pc:sldChg>
      <pc:sldChg chg="modSp modNotes">
        <pc:chgData name="Joseph Steven Hohlier" userId="S::joseph.hohlier@lilly.com::e85c8368-c681-4cb5-b62c-726d1754f1ef" providerId="AD" clId="Web-{79F9EC51-C010-42B6-4187-A7116660D160}" dt="2026-03-18T19:22:45.983" v="187" actId="20577"/>
        <pc:sldMkLst>
          <pc:docMk/>
          <pc:sldMk cId="0" sldId="2147375666"/>
        </pc:sldMkLst>
        <pc:spChg chg="mod">
          <ac:chgData name="Joseph Steven Hohlier" userId="S::joseph.hohlier@lilly.com::e85c8368-c681-4cb5-b62c-726d1754f1ef" providerId="AD" clId="Web-{79F9EC51-C010-42B6-4187-A7116660D160}" dt="2026-03-18T19:20:58.092" v="163" actId="14100"/>
          <ac:spMkLst>
            <pc:docMk/>
            <pc:sldMk cId="0" sldId="2147375666"/>
            <ac:spMk id="10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0:55.655" v="162" actId="14100"/>
          <ac:spMkLst>
            <pc:docMk/>
            <pc:sldMk cId="0" sldId="2147375666"/>
            <ac:spMk id="11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1:04.749" v="165" actId="14100"/>
          <ac:spMkLst>
            <pc:docMk/>
            <pc:sldMk cId="0" sldId="2147375666"/>
            <ac:spMk id="20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1:02.561" v="164" actId="14100"/>
          <ac:spMkLst>
            <pc:docMk/>
            <pc:sldMk cId="0" sldId="2147375666"/>
            <ac:spMk id="21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1:09.827" v="167" actId="14100"/>
          <ac:spMkLst>
            <pc:docMk/>
            <pc:sldMk cId="0" sldId="2147375666"/>
            <ac:spMk id="30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1:07.311" v="166" actId="14100"/>
          <ac:spMkLst>
            <pc:docMk/>
            <pc:sldMk cId="0" sldId="2147375666"/>
            <ac:spMk id="31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1:52.077" v="178"/>
          <ac:spMkLst>
            <pc:docMk/>
            <pc:sldMk cId="0" sldId="2147375666"/>
            <ac:spMk id="40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1:41.483" v="176" actId="1076"/>
          <ac:spMkLst>
            <pc:docMk/>
            <pc:sldMk cId="0" sldId="2147375666"/>
            <ac:spMk id="41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2:41.827" v="186" actId="20577"/>
          <ac:spMkLst>
            <pc:docMk/>
            <pc:sldMk cId="0" sldId="2147375666"/>
            <ac:spMk id="50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2:26.608" v="184" actId="1076"/>
          <ac:spMkLst>
            <pc:docMk/>
            <pc:sldMk cId="0" sldId="2147375666"/>
            <ac:spMk id="51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2:45.983" v="187" actId="20577"/>
          <ac:spMkLst>
            <pc:docMk/>
            <pc:sldMk cId="0" sldId="2147375666"/>
            <ac:spMk id="60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22:32.124" v="185" actId="1076"/>
          <ac:spMkLst>
            <pc:docMk/>
            <pc:sldMk cId="0" sldId="2147375666"/>
            <ac:spMk id="61" creationId="{00000000-0000-0000-0000-000000000000}"/>
          </ac:spMkLst>
        </pc:spChg>
      </pc:sldChg>
      <pc:sldChg chg="mod modShow modNotes">
        <pc:chgData name="Joseph Steven Hohlier" userId="S::joseph.hohlier@lilly.com::e85c8368-c681-4cb5-b62c-726d1754f1ef" providerId="AD" clId="Web-{79F9EC51-C010-42B6-4187-A7116660D160}" dt="2026-03-18T19:16:04.700" v="5"/>
        <pc:sldMkLst>
          <pc:docMk/>
          <pc:sldMk cId="869636956" sldId="2147375673"/>
        </pc:sldMkLst>
      </pc:sldChg>
      <pc:sldChg chg="addSp delSp modSp">
        <pc:chgData name="Joseph Steven Hohlier" userId="S::joseph.hohlier@lilly.com::e85c8368-c681-4cb5-b62c-726d1754f1ef" providerId="AD" clId="Web-{79F9EC51-C010-42B6-4187-A7116660D160}" dt="2026-03-18T19:17:53.029" v="107"/>
        <pc:sldMkLst>
          <pc:docMk/>
          <pc:sldMk cId="2797902281" sldId="2147375681"/>
        </pc:sldMkLst>
        <pc:spChg chg="del">
          <ac:chgData name="Joseph Steven Hohlier" userId="S::joseph.hohlier@lilly.com::e85c8368-c681-4cb5-b62c-726d1754f1ef" providerId="AD" clId="Web-{79F9EC51-C010-42B6-4187-A7116660D160}" dt="2026-03-18T19:17:41.716" v="98"/>
          <ac:spMkLst>
            <pc:docMk/>
            <pc:sldMk cId="2797902281" sldId="2147375681"/>
            <ac:spMk id="26" creationId="{00000000-0000-0000-0000-000000000000}"/>
          </ac:spMkLst>
        </pc:spChg>
        <pc:spChg chg="del">
          <ac:chgData name="Joseph Steven Hohlier" userId="S::joseph.hohlier@lilly.com::e85c8368-c681-4cb5-b62c-726d1754f1ef" providerId="AD" clId="Web-{79F9EC51-C010-42B6-4187-A7116660D160}" dt="2026-03-18T19:17:41.591" v="96"/>
          <ac:spMkLst>
            <pc:docMk/>
            <pc:sldMk cId="2797902281" sldId="2147375681"/>
            <ac:spMk id="28" creationId="{00000000-0000-0000-0000-000000000000}"/>
          </ac:spMkLst>
        </pc:spChg>
        <pc:spChg chg="del">
          <ac:chgData name="Joseph Steven Hohlier" userId="S::joseph.hohlier@lilly.com::e85c8368-c681-4cb5-b62c-726d1754f1ef" providerId="AD" clId="Web-{79F9EC51-C010-42B6-4187-A7116660D160}" dt="2026-03-18T19:17:41.654" v="97"/>
          <ac:spMkLst>
            <pc:docMk/>
            <pc:sldMk cId="2797902281" sldId="2147375681"/>
            <ac:spMk id="30" creationId="{00000000-0000-0000-0000-000000000000}"/>
          </ac:spMkLst>
        </pc:spChg>
        <pc:spChg chg="del">
          <ac:chgData name="Joseph Steven Hohlier" userId="S::joseph.hohlier@lilly.com::e85c8368-c681-4cb5-b62c-726d1754f1ef" providerId="AD" clId="Web-{79F9EC51-C010-42B6-4187-A7116660D160}" dt="2026-03-18T19:17:42.498" v="100"/>
          <ac:spMkLst>
            <pc:docMk/>
            <pc:sldMk cId="2797902281" sldId="2147375681"/>
            <ac:spMk id="32" creationId="{00000000-0000-0000-0000-000000000000}"/>
          </ac:spMkLst>
        </pc:spChg>
        <pc:spChg chg="del">
          <ac:chgData name="Joseph Steven Hohlier" userId="S::joseph.hohlier@lilly.com::e85c8368-c681-4cb5-b62c-726d1754f1ef" providerId="AD" clId="Web-{79F9EC51-C010-42B6-4187-A7116660D160}" dt="2026-03-18T19:17:42.435" v="99"/>
          <ac:spMkLst>
            <pc:docMk/>
            <pc:sldMk cId="2797902281" sldId="2147375681"/>
            <ac:spMk id="34" creationId="{00000000-0000-0000-0000-000000000000}"/>
          </ac:spMkLst>
        </pc:spChg>
        <pc:spChg chg="add del">
          <ac:chgData name="Joseph Steven Hohlier" userId="S::joseph.hohlier@lilly.com::e85c8368-c681-4cb5-b62c-726d1754f1ef" providerId="AD" clId="Web-{79F9EC51-C010-42B6-4187-A7116660D160}" dt="2026-03-18T19:17:53.029" v="107"/>
          <ac:spMkLst>
            <pc:docMk/>
            <pc:sldMk cId="2797902281" sldId="2147375681"/>
            <ac:spMk id="135" creationId="{00000000-0000-0000-0000-000000000000}"/>
          </ac:spMkLst>
        </pc:spChg>
        <pc:spChg chg="mod">
          <ac:chgData name="Joseph Steven Hohlier" userId="S::joseph.hohlier@lilly.com::e85c8368-c681-4cb5-b62c-726d1754f1ef" providerId="AD" clId="Web-{79F9EC51-C010-42B6-4187-A7116660D160}" dt="2026-03-18T19:17:49.904" v="106" actId="1076"/>
          <ac:spMkLst>
            <pc:docMk/>
            <pc:sldMk cId="2797902281" sldId="2147375681"/>
            <ac:spMk id="137" creationId="{00000000-0000-0000-0000-000000000000}"/>
          </ac:spMkLst>
        </pc:spChg>
        <pc:spChg chg="del">
          <ac:chgData name="Joseph Steven Hohlier" userId="S::joseph.hohlier@lilly.com::e85c8368-c681-4cb5-b62c-726d1754f1ef" providerId="AD" clId="Web-{79F9EC51-C010-42B6-4187-A7116660D160}" dt="2026-03-18T19:17:44.279" v="103"/>
          <ac:spMkLst>
            <pc:docMk/>
            <pc:sldMk cId="2797902281" sldId="2147375681"/>
            <ac:spMk id="138" creationId="{00000000-0000-0000-0000-000000000000}"/>
          </ac:spMkLst>
        </pc:spChg>
        <pc:spChg chg="del">
          <ac:chgData name="Joseph Steven Hohlier" userId="S::joseph.hohlier@lilly.com::e85c8368-c681-4cb5-b62c-726d1754f1ef" providerId="AD" clId="Web-{79F9EC51-C010-42B6-4187-A7116660D160}" dt="2026-03-18T19:17:42.560" v="101"/>
          <ac:spMkLst>
            <pc:docMk/>
            <pc:sldMk cId="2797902281" sldId="2147375681"/>
            <ac:spMk id="141" creationId="{00000000-0000-0000-0000-000000000000}"/>
          </ac:spMkLst>
        </pc:spChg>
        <pc:spChg chg="del">
          <ac:chgData name="Joseph Steven Hohlier" userId="S::joseph.hohlier@lilly.com::e85c8368-c681-4cb5-b62c-726d1754f1ef" providerId="AD" clId="Web-{79F9EC51-C010-42B6-4187-A7116660D160}" dt="2026-03-18T19:17:42.623" v="102"/>
          <ac:spMkLst>
            <pc:docMk/>
            <pc:sldMk cId="2797902281" sldId="2147375681"/>
            <ac:spMk id="144" creationId="{00000000-0000-0000-0000-000000000000}"/>
          </ac:spMkLst>
        </pc:spChg>
      </pc:sldChg>
      <pc:sldChg chg="modNotes">
        <pc:chgData name="Joseph Steven Hohlier" userId="S::joseph.hohlier@lilly.com::e85c8368-c681-4cb5-b62c-726d1754f1ef" providerId="AD" clId="Web-{79F9EC51-C010-42B6-4187-A7116660D160}" dt="2026-03-18T19:24:13.562" v="223"/>
        <pc:sldMkLst>
          <pc:docMk/>
          <pc:sldMk cId="3022386825" sldId="2147375688"/>
        </pc:sldMkLst>
      </pc:sldChg>
      <pc:sldChg chg="modNotes">
        <pc:chgData name="Joseph Steven Hohlier" userId="S::joseph.hohlier@lilly.com::e85c8368-c681-4cb5-b62c-726d1754f1ef" providerId="AD" clId="Web-{79F9EC51-C010-42B6-4187-A7116660D160}" dt="2026-03-18T19:24:33.843" v="243"/>
        <pc:sldMkLst>
          <pc:docMk/>
          <pc:sldMk cId="3929957039" sldId="2147375689"/>
        </pc:sldMkLst>
      </pc:sldChg>
      <pc:sldChg chg="delSp modSp modNotes">
        <pc:chgData name="Joseph Steven Hohlier" userId="S::joseph.hohlier@lilly.com::e85c8368-c681-4cb5-b62c-726d1754f1ef" providerId="AD" clId="Web-{79F9EC51-C010-42B6-4187-A7116660D160}" dt="2026-03-18T19:25:44.734" v="262"/>
        <pc:sldMkLst>
          <pc:docMk/>
          <pc:sldMk cId="1576612255" sldId="2147375690"/>
        </pc:sldMkLst>
        <pc:spChg chg="del">
          <ac:chgData name="Joseph Steven Hohlier" userId="S::joseph.hohlier@lilly.com::e85c8368-c681-4cb5-b62c-726d1754f1ef" providerId="AD" clId="Web-{79F9EC51-C010-42B6-4187-A7116660D160}" dt="2026-03-18T19:25:18.124" v="245"/>
          <ac:spMkLst>
            <pc:docMk/>
            <pc:sldMk cId="1576612255" sldId="2147375690"/>
            <ac:spMk id="15" creationId="{00000000-0000-0000-0000-000000000000}"/>
          </ac:spMkLst>
        </pc:spChg>
        <pc:spChg chg="del">
          <ac:chgData name="Joseph Steven Hohlier" userId="S::joseph.hohlier@lilly.com::e85c8368-c681-4cb5-b62c-726d1754f1ef" providerId="AD" clId="Web-{79F9EC51-C010-42B6-4187-A7116660D160}" dt="2026-03-18T19:25:16.030" v="244"/>
          <ac:spMkLst>
            <pc:docMk/>
            <pc:sldMk cId="1576612255" sldId="2147375690"/>
            <ac:spMk id="20" creationId="{00000000-0000-0000-0000-000000000000}"/>
          </ac:spMkLst>
        </pc:spChg>
        <pc:spChg chg="del mod">
          <ac:chgData name="Joseph Steven Hohlier" userId="S::joseph.hohlier@lilly.com::e85c8368-c681-4cb5-b62c-726d1754f1ef" providerId="AD" clId="Web-{79F9EC51-C010-42B6-4187-A7116660D160}" dt="2026-03-18T19:25:21.343" v="247"/>
          <ac:spMkLst>
            <pc:docMk/>
            <pc:sldMk cId="1576612255" sldId="2147375690"/>
            <ac:spMk id="24" creationId="{00000000-0000-0000-0000-000000000000}"/>
          </ac:spMkLst>
        </pc:spChg>
      </pc:sldChg>
      <pc:sldChg chg="ord modNotes">
        <pc:chgData name="Joseph Steven Hohlier" userId="S::joseph.hohlier@lilly.com::e85c8368-c681-4cb5-b62c-726d1754f1ef" providerId="AD" clId="Web-{79F9EC51-C010-42B6-4187-A7116660D160}" dt="2026-03-18T19:31:49.346" v="272"/>
        <pc:sldMkLst>
          <pc:docMk/>
          <pc:sldMk cId="900790117" sldId="2147375728"/>
        </pc:sldMkLst>
      </pc:sldChg>
      <pc:sldChg chg="delSp">
        <pc:chgData name="Joseph Steven Hohlier" userId="S::joseph.hohlier@lilly.com::e85c8368-c681-4cb5-b62c-726d1754f1ef" providerId="AD" clId="Web-{79F9EC51-C010-42B6-4187-A7116660D160}" dt="2026-03-18T19:27:38.546" v="263"/>
        <pc:sldMkLst>
          <pc:docMk/>
          <pc:sldMk cId="1693182787" sldId="2147375730"/>
        </pc:sldMkLst>
        <pc:spChg chg="del">
          <ac:chgData name="Joseph Steven Hohlier" userId="S::joseph.hohlier@lilly.com::e85c8368-c681-4cb5-b62c-726d1754f1ef" providerId="AD" clId="Web-{79F9EC51-C010-42B6-4187-A7116660D160}" dt="2026-03-18T19:27:38.546" v="263"/>
          <ac:spMkLst>
            <pc:docMk/>
            <pc:sldMk cId="1693182787" sldId="2147375730"/>
            <ac:spMk id="32" creationId="{00000000-0000-0000-0000-000000000000}"/>
          </ac:spMkLst>
        </pc:spChg>
      </pc:sldChg>
      <pc:sldChg chg="add">
        <pc:chgData name="Joseph Steven Hohlier" userId="S::joseph.hohlier@lilly.com::e85c8368-c681-4cb5-b62c-726d1754f1ef" providerId="AD" clId="Web-{79F9EC51-C010-42B6-4187-A7116660D160}" dt="2026-03-18T19:30:33.252" v="264"/>
        <pc:sldMkLst>
          <pc:docMk/>
          <pc:sldMk cId="53613066" sldId="2147375732"/>
        </pc:sldMkLst>
      </pc:sldChg>
      <pc:sldChg chg="add replId">
        <pc:chgData name="Joseph Steven Hohlier" userId="S::joseph.hohlier@lilly.com::e85c8368-c681-4cb5-b62c-726d1754f1ef" providerId="AD" clId="Web-{79F9EC51-C010-42B6-4187-A7116660D160}" dt="2026-03-18T19:31:31.643" v="265"/>
        <pc:sldMkLst>
          <pc:docMk/>
          <pc:sldMk cId="2817714231" sldId="2147375733"/>
        </pc:sldMkLst>
      </pc:sldChg>
    </pc:docChg>
  </pc:docChgLst>
  <pc:docChgLst>
    <pc:chgData name="Joseph Steven Hohlier" userId="e85c8368-c681-4cb5-b62c-726d1754f1ef" providerId="ADAL" clId="{1DC96D59-D1C6-4DE2-AD31-258A42A47638}"/>
    <pc:docChg chg="undo custSel addSld delSld modSld sldOrd">
      <pc:chgData name="Joseph Steven Hohlier" userId="e85c8368-c681-4cb5-b62c-726d1754f1ef" providerId="ADAL" clId="{1DC96D59-D1C6-4DE2-AD31-258A42A47638}" dt="2026-03-19T12:22:14.737" v="1754"/>
      <pc:docMkLst>
        <pc:docMk/>
      </pc:docMkLst>
      <pc:sldChg chg="del">
        <pc:chgData name="Joseph Steven Hohlier" userId="e85c8368-c681-4cb5-b62c-726d1754f1ef" providerId="ADAL" clId="{1DC96D59-D1C6-4DE2-AD31-258A42A47638}" dt="2026-03-18T19:46:38.843" v="974"/>
        <pc:sldMkLst>
          <pc:docMk/>
          <pc:sldMk cId="0" sldId="257"/>
        </pc:sldMkLst>
      </pc:sldChg>
      <pc:sldChg chg="del">
        <pc:chgData name="Joseph Steven Hohlier" userId="e85c8368-c681-4cb5-b62c-726d1754f1ef" providerId="ADAL" clId="{1DC96D59-D1C6-4DE2-AD31-258A42A47638}" dt="2026-03-18T14:33:32.817" v="308"/>
        <pc:sldMkLst>
          <pc:docMk/>
          <pc:sldMk cId="3906520737" sldId="258"/>
        </pc:sldMkLst>
      </pc:sldChg>
      <pc:sldChg chg="del">
        <pc:chgData name="Joseph Steven Hohlier" userId="e85c8368-c681-4cb5-b62c-726d1754f1ef" providerId="ADAL" clId="{1DC96D59-D1C6-4DE2-AD31-258A42A47638}" dt="2026-03-18T19:47:00.982" v="978"/>
        <pc:sldMkLst>
          <pc:docMk/>
          <pc:sldMk cId="0" sldId="259"/>
        </pc:sldMkLst>
      </pc:sldChg>
      <pc:sldChg chg="del">
        <pc:chgData name="Joseph Steven Hohlier" userId="e85c8368-c681-4cb5-b62c-726d1754f1ef" providerId="ADAL" clId="{1DC96D59-D1C6-4DE2-AD31-258A42A47638}" dt="2026-03-18T19:47:11.197" v="980"/>
        <pc:sldMkLst>
          <pc:docMk/>
          <pc:sldMk cId="0" sldId="260"/>
        </pc:sldMkLst>
      </pc:sldChg>
      <pc:sldChg chg="del">
        <pc:chgData name="Joseph Steven Hohlier" userId="e85c8368-c681-4cb5-b62c-726d1754f1ef" providerId="ADAL" clId="{1DC96D59-D1C6-4DE2-AD31-258A42A47638}" dt="2026-03-18T19:47:21.498" v="982"/>
        <pc:sldMkLst>
          <pc:docMk/>
          <pc:sldMk cId="0" sldId="261"/>
        </pc:sldMkLst>
      </pc:sldChg>
      <pc:sldChg chg="del">
        <pc:chgData name="Joseph Steven Hohlier" userId="e85c8368-c681-4cb5-b62c-726d1754f1ef" providerId="ADAL" clId="{1DC96D59-D1C6-4DE2-AD31-258A42A47638}" dt="2026-03-18T19:47:31.243" v="984"/>
        <pc:sldMkLst>
          <pc:docMk/>
          <pc:sldMk cId="0" sldId="262"/>
        </pc:sldMkLst>
      </pc:sldChg>
      <pc:sldChg chg="del">
        <pc:chgData name="Joseph Steven Hohlier" userId="e85c8368-c681-4cb5-b62c-726d1754f1ef" providerId="ADAL" clId="{1DC96D59-D1C6-4DE2-AD31-258A42A47638}" dt="2026-03-18T19:47:41.094" v="986"/>
        <pc:sldMkLst>
          <pc:docMk/>
          <pc:sldMk cId="0" sldId="263"/>
        </pc:sldMkLst>
      </pc:sldChg>
      <pc:sldChg chg="modSp add del mod ord setBg">
        <pc:chgData name="Joseph Steven Hohlier" userId="e85c8368-c681-4cb5-b62c-726d1754f1ef" providerId="ADAL" clId="{1DC96D59-D1C6-4DE2-AD31-258A42A47638}" dt="2026-03-18T14:09:27.518" v="181"/>
        <pc:sldMkLst>
          <pc:docMk/>
          <pc:sldMk cId="0" sldId="264"/>
        </pc:sldMkLst>
        <pc:spChg chg="mod">
          <ac:chgData name="Joseph Steven Hohlier" userId="e85c8368-c681-4cb5-b62c-726d1754f1ef" providerId="ADAL" clId="{1DC96D59-D1C6-4DE2-AD31-258A42A47638}" dt="2026-03-18T14:08:38.843" v="141"/>
          <ac:spMkLst>
            <pc:docMk/>
            <pc:sldMk cId="0" sldId="264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50" v="142"/>
          <ac:spMkLst>
            <pc:docMk/>
            <pc:sldMk cId="0" sldId="264"/>
            <ac:spMk id="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54" v="143"/>
          <ac:spMkLst>
            <pc:docMk/>
            <pc:sldMk cId="0" sldId="264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62" v="144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68" v="145"/>
          <ac:spMkLst>
            <pc:docMk/>
            <pc:sldMk cId="0" sldId="264"/>
            <ac:spMk id="1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74" v="14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80" v="14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84" v="148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92" v="149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99" v="150"/>
          <ac:spMkLst>
            <pc:docMk/>
            <pc:sldMk cId="0" sldId="264"/>
            <ac:spMk id="2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04" v="151"/>
          <ac:spMkLst>
            <pc:docMk/>
            <pc:sldMk cId="0" sldId="264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21" v="152"/>
          <ac:spMkLst>
            <pc:docMk/>
            <pc:sldMk cId="0" sldId="264"/>
            <ac:spMk id="2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26" v="153"/>
          <ac:spMkLst>
            <pc:docMk/>
            <pc:sldMk cId="0" sldId="264"/>
            <ac:spMk id="2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33" v="154"/>
          <ac:spMkLst>
            <pc:docMk/>
            <pc:sldMk cId="0" sldId="264"/>
            <ac:spMk id="3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39" v="155"/>
          <ac:spMkLst>
            <pc:docMk/>
            <pc:sldMk cId="0" sldId="264"/>
            <ac:spMk id="3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44" v="15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49" v="157"/>
          <ac:spMkLst>
            <pc:docMk/>
            <pc:sldMk cId="0" sldId="264"/>
            <ac:spMk id="3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52" v="158"/>
          <ac:spMkLst>
            <pc:docMk/>
            <pc:sldMk cId="0" sldId="264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61" v="159"/>
          <ac:spMkLst>
            <pc:docMk/>
            <pc:sldMk cId="0" sldId="264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69" v="160"/>
          <ac:spMkLst>
            <pc:docMk/>
            <pc:sldMk cId="0" sldId="264"/>
            <ac:spMk id="4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75" v="161"/>
          <ac:spMkLst>
            <pc:docMk/>
            <pc:sldMk cId="0" sldId="264"/>
            <ac:spMk id="4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80" v="162"/>
          <ac:spMkLst>
            <pc:docMk/>
            <pc:sldMk cId="0" sldId="264"/>
            <ac:spMk id="4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83" v="163"/>
          <ac:spMkLst>
            <pc:docMk/>
            <pc:sldMk cId="0" sldId="264"/>
            <ac:spMk id="5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90" v="164"/>
          <ac:spMkLst>
            <pc:docMk/>
            <pc:sldMk cId="0" sldId="264"/>
            <ac:spMk id="5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997" v="165"/>
          <ac:spMkLst>
            <pc:docMk/>
            <pc:sldMk cId="0" sldId="264"/>
            <ac:spMk id="5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9.002" v="166"/>
          <ac:spMkLst>
            <pc:docMk/>
            <pc:sldMk cId="0" sldId="264"/>
            <ac:spMk id="5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9.009" v="167"/>
          <ac:spMkLst>
            <pc:docMk/>
            <pc:sldMk cId="0" sldId="264"/>
            <ac:spMk id="60" creationId="{00000000-0000-0000-0000-000000000000}"/>
          </ac:spMkLst>
        </pc:spChg>
      </pc:sldChg>
      <pc:sldChg chg="modSp del mod">
        <pc:chgData name="Joseph Steven Hohlier" userId="e85c8368-c681-4cb5-b62c-726d1754f1ef" providerId="ADAL" clId="{1DC96D59-D1C6-4DE2-AD31-258A42A47638}" dt="2026-03-18T14:33:36.268" v="310"/>
        <pc:sldMkLst>
          <pc:docMk/>
          <pc:sldMk cId="1478845567" sldId="295"/>
        </pc:sldMkLst>
        <pc:spChg chg="mod">
          <ac:chgData name="Joseph Steven Hohlier" userId="e85c8368-c681-4cb5-b62c-726d1754f1ef" providerId="ADAL" clId="{1DC96D59-D1C6-4DE2-AD31-258A42A47638}" dt="2026-03-18T14:26:09.811" v="243" actId="108"/>
          <ac:spMkLst>
            <pc:docMk/>
            <pc:sldMk cId="1478845567" sldId="295"/>
            <ac:spMk id="102" creationId="{00000000-0000-0000-0000-000000000000}"/>
          </ac:spMkLst>
        </pc:spChg>
      </pc:sldChg>
      <pc:sldChg chg="del">
        <pc:chgData name="Joseph Steven Hohlier" userId="e85c8368-c681-4cb5-b62c-726d1754f1ef" providerId="ADAL" clId="{1DC96D59-D1C6-4DE2-AD31-258A42A47638}" dt="2026-03-18T19:46:50.828" v="976"/>
        <pc:sldMkLst>
          <pc:docMk/>
          <pc:sldMk cId="0" sldId="299"/>
        </pc:sldMkLst>
      </pc:sldChg>
      <pc:sldChg chg="mod modShow">
        <pc:chgData name="Joseph Steven Hohlier" userId="e85c8368-c681-4cb5-b62c-726d1754f1ef" providerId="ADAL" clId="{1DC96D59-D1C6-4DE2-AD31-258A42A47638}" dt="2026-03-17T22:28:33.237" v="1" actId="729"/>
        <pc:sldMkLst>
          <pc:docMk/>
          <pc:sldMk cId="0" sldId="302"/>
        </pc:sldMkLst>
      </pc:sldChg>
      <pc:sldChg chg="modSp del mod">
        <pc:chgData name="Joseph Steven Hohlier" userId="e85c8368-c681-4cb5-b62c-726d1754f1ef" providerId="ADAL" clId="{1DC96D59-D1C6-4DE2-AD31-258A42A47638}" dt="2026-03-18T15:34:07.459" v="826"/>
        <pc:sldMkLst>
          <pc:docMk/>
          <pc:sldMk cId="0" sldId="304"/>
        </pc:sldMkLst>
        <pc:spChg chg="mod">
          <ac:chgData name="Joseph Steven Hohlier" userId="e85c8368-c681-4cb5-b62c-726d1754f1ef" providerId="ADAL" clId="{1DC96D59-D1C6-4DE2-AD31-258A42A47638}" dt="2026-03-18T15:33:31.380" v="771"/>
          <ac:spMkLst>
            <pc:docMk/>
            <pc:sldMk cId="0" sldId="304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389" v="775"/>
          <ac:spMkLst>
            <pc:docMk/>
            <pc:sldMk cId="0" sldId="304"/>
            <ac:spMk id="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392" v="778"/>
          <ac:spMkLst>
            <pc:docMk/>
            <pc:sldMk cId="0" sldId="304"/>
            <ac:spMk id="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00" v="782"/>
          <ac:spMkLst>
            <pc:docMk/>
            <pc:sldMk cId="0" sldId="304"/>
            <ac:spMk id="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04" v="785"/>
          <ac:spMkLst>
            <pc:docMk/>
            <pc:sldMk cId="0" sldId="304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09" v="788"/>
          <ac:spMkLst>
            <pc:docMk/>
            <pc:sldMk cId="0" sldId="304"/>
            <ac:spMk id="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20" v="791"/>
          <ac:spMkLst>
            <pc:docMk/>
            <pc:sldMk cId="0" sldId="304"/>
            <ac:spMk id="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23" v="793"/>
          <ac:spMkLst>
            <pc:docMk/>
            <pc:sldMk cId="0" sldId="304"/>
            <ac:spMk id="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26" v="795"/>
          <ac:spMkLst>
            <pc:docMk/>
            <pc:sldMk cId="0" sldId="304"/>
            <ac:spMk id="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31" v="797"/>
          <ac:spMkLst>
            <pc:docMk/>
            <pc:sldMk cId="0" sldId="304"/>
            <ac:spMk id="1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35" v="799"/>
          <ac:spMkLst>
            <pc:docMk/>
            <pc:sldMk cId="0" sldId="304"/>
            <ac:spMk id="1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39" v="801"/>
          <ac:spMkLst>
            <pc:docMk/>
            <pc:sldMk cId="0" sldId="304"/>
            <ac:spMk id="1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44" v="803"/>
          <ac:spMkLst>
            <pc:docMk/>
            <pc:sldMk cId="0" sldId="304"/>
            <ac:spMk id="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49" v="805"/>
          <ac:spMkLst>
            <pc:docMk/>
            <pc:sldMk cId="0" sldId="304"/>
            <ac:spMk id="1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51" v="807"/>
          <ac:spMkLst>
            <pc:docMk/>
            <pc:sldMk cId="0" sldId="304"/>
            <ac:spMk id="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54" v="809"/>
          <ac:spMkLst>
            <pc:docMk/>
            <pc:sldMk cId="0" sldId="304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56" v="811"/>
          <ac:spMkLst>
            <pc:docMk/>
            <pc:sldMk cId="0" sldId="304"/>
            <ac:spMk id="1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58" v="813"/>
          <ac:spMkLst>
            <pc:docMk/>
            <pc:sldMk cId="0" sldId="304"/>
            <ac:spMk id="1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58" v="815"/>
          <ac:spMkLst>
            <pc:docMk/>
            <pc:sldMk cId="0" sldId="304"/>
            <ac:spMk id="2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62" v="817"/>
          <ac:spMkLst>
            <pc:docMk/>
            <pc:sldMk cId="0" sldId="304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69" v="820"/>
          <ac:spMkLst>
            <pc:docMk/>
            <pc:sldMk cId="0" sldId="304"/>
            <ac:spMk id="2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73" v="822"/>
          <ac:spMkLst>
            <pc:docMk/>
            <pc:sldMk cId="0" sldId="304"/>
            <ac:spMk id="2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3:31.476" v="824"/>
          <ac:spMkLst>
            <pc:docMk/>
            <pc:sldMk cId="0" sldId="304"/>
            <ac:spMk id="24" creationId="{00000000-0000-0000-0000-000000000000}"/>
          </ac:spMkLst>
        </pc:spChg>
      </pc:sldChg>
      <pc:sldChg chg="modSp mod ord">
        <pc:chgData name="Joseph Steven Hohlier" userId="e85c8368-c681-4cb5-b62c-726d1754f1ef" providerId="ADAL" clId="{1DC96D59-D1C6-4DE2-AD31-258A42A47638}" dt="2026-03-18T14:38:11.841" v="339" actId="1076"/>
        <pc:sldMkLst>
          <pc:docMk/>
          <pc:sldMk cId="869636956" sldId="2147375673"/>
        </pc:sldMkLst>
        <pc:spChg chg="mod">
          <ac:chgData name="Joseph Steven Hohlier" userId="e85c8368-c681-4cb5-b62c-726d1754f1ef" providerId="ADAL" clId="{1DC96D59-D1C6-4DE2-AD31-258A42A47638}" dt="2026-03-18T14:26:41.671" v="261" actId="20577"/>
          <ac:spMkLst>
            <pc:docMk/>
            <pc:sldMk cId="869636956" sldId="2147375673"/>
            <ac:spMk id="10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38:11.841" v="339" actId="1076"/>
          <ac:spMkLst>
            <pc:docMk/>
            <pc:sldMk cId="869636956" sldId="2147375673"/>
            <ac:spMk id="600" creationId="{00000000-0000-0000-0000-000000000000}"/>
          </ac:spMkLst>
        </pc:spChg>
      </pc:sldChg>
      <pc:sldChg chg="addSp modSp del mod">
        <pc:chgData name="Joseph Steven Hohlier" userId="e85c8368-c681-4cb5-b62c-726d1754f1ef" providerId="ADAL" clId="{1DC96D59-D1C6-4DE2-AD31-258A42A47638}" dt="2026-03-18T14:39:17.635" v="351"/>
        <pc:sldMkLst>
          <pc:docMk/>
          <pc:sldMk cId="0" sldId="2147375674"/>
        </pc:sldMkLst>
        <pc:spChg chg="add mod ord">
          <ac:chgData name="Joseph Steven Hohlier" userId="e85c8368-c681-4cb5-b62c-726d1754f1ef" providerId="ADAL" clId="{1DC96D59-D1C6-4DE2-AD31-258A42A47638}" dt="2026-03-18T14:39:09.297" v="343"/>
          <ac:spMkLst>
            <pc:docMk/>
            <pc:sldMk cId="0" sldId="2147375674"/>
            <ac:spMk id="3" creationId="{0D722523-563C-4C56-A4F9-3A86E1860A64}"/>
          </ac:spMkLst>
        </pc:spChg>
        <pc:spChg chg="mod">
          <ac:chgData name="Joseph Steven Hohlier" userId="e85c8368-c681-4cb5-b62c-726d1754f1ef" providerId="ADAL" clId="{1DC96D59-D1C6-4DE2-AD31-258A42A47638}" dt="2026-03-18T14:39:09.301" v="348"/>
          <ac:spMkLst>
            <pc:docMk/>
            <pc:sldMk cId="0" sldId="2147375674"/>
            <ac:spMk id="5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39:09.302" v="349"/>
          <ac:spMkLst>
            <pc:docMk/>
            <pc:sldMk cId="0" sldId="2147375674"/>
            <ac:spMk id="53" creationId="{00000000-0000-0000-0000-000000000000}"/>
          </ac:spMkLst>
        </pc:spChg>
      </pc:sldChg>
      <pc:sldChg chg="modSp del mod">
        <pc:chgData name="Joseph Steven Hohlier" userId="e85c8368-c681-4cb5-b62c-726d1754f1ef" providerId="ADAL" clId="{1DC96D59-D1C6-4DE2-AD31-258A42A47638}" dt="2026-03-18T15:27:06.097" v="732"/>
        <pc:sldMkLst>
          <pc:docMk/>
          <pc:sldMk cId="1230107843" sldId="2147375684"/>
        </pc:sldMkLst>
        <pc:spChg chg="mod">
          <ac:chgData name="Joseph Steven Hohlier" userId="e85c8368-c681-4cb5-b62c-726d1754f1ef" providerId="ADAL" clId="{1DC96D59-D1C6-4DE2-AD31-258A42A47638}" dt="2026-03-18T15:26:37.133" v="726"/>
          <ac:spMkLst>
            <pc:docMk/>
            <pc:sldMk cId="1230107843" sldId="2147375684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26:37.133" v="730"/>
          <ac:spMkLst>
            <pc:docMk/>
            <pc:sldMk cId="1230107843" sldId="2147375684"/>
            <ac:spMk id="3" creationId="{00000000-0000-0000-0000-000000000000}"/>
          </ac:spMkLst>
        </pc:spChg>
      </pc:sldChg>
      <pc:sldChg chg="add mod modShow">
        <pc:chgData name="Joseph Steven Hohlier" userId="e85c8368-c681-4cb5-b62c-726d1754f1ef" providerId="ADAL" clId="{1DC96D59-D1C6-4DE2-AD31-258A42A47638}" dt="2026-03-18T20:40:07.791" v="1561" actId="729"/>
        <pc:sldMkLst>
          <pc:docMk/>
          <pc:sldMk cId="3022386825" sldId="2147375688"/>
        </pc:sldMkLst>
      </pc:sldChg>
      <pc:sldChg chg="add mod modShow">
        <pc:chgData name="Joseph Steven Hohlier" userId="e85c8368-c681-4cb5-b62c-726d1754f1ef" providerId="ADAL" clId="{1DC96D59-D1C6-4DE2-AD31-258A42A47638}" dt="2026-03-18T20:40:07.791" v="1561" actId="729"/>
        <pc:sldMkLst>
          <pc:docMk/>
          <pc:sldMk cId="3929957039" sldId="2147375689"/>
        </pc:sldMkLst>
      </pc:sldChg>
      <pc:sldChg chg="addSp delSp modSp add mod">
        <pc:chgData name="Joseph Steven Hohlier" userId="e85c8368-c681-4cb5-b62c-726d1754f1ef" providerId="ADAL" clId="{1DC96D59-D1C6-4DE2-AD31-258A42A47638}" dt="2026-03-18T19:54:36.133" v="1353"/>
        <pc:sldMkLst>
          <pc:docMk/>
          <pc:sldMk cId="1576612255" sldId="2147375690"/>
        </pc:sldMkLst>
        <pc:spChg chg="del mod">
          <ac:chgData name="Joseph Steven Hohlier" userId="e85c8368-c681-4cb5-b62c-726d1754f1ef" providerId="ADAL" clId="{1DC96D59-D1C6-4DE2-AD31-258A42A47638}" dt="2026-03-18T19:54:09.885" v="1182"/>
          <ac:spMkLst>
            <pc:docMk/>
            <pc:sldMk cId="1576612255" sldId="2147375690"/>
            <ac:spMk id="2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4:09.895" v="1183"/>
          <ac:spMkLst>
            <pc:docMk/>
            <pc:sldMk cId="1576612255" sldId="2147375690"/>
            <ac:spMk id="3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4:09.895" v="1184"/>
          <ac:spMkLst>
            <pc:docMk/>
            <pc:sldMk cId="1576612255" sldId="2147375690"/>
            <ac:spMk id="4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43" v="987"/>
          <ac:spMkLst>
            <pc:docMk/>
            <pc:sldMk cId="1576612255" sldId="2147375690"/>
            <ac:spMk id="5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43" v="988"/>
          <ac:spMkLst>
            <pc:docMk/>
            <pc:sldMk cId="1576612255" sldId="2147375690"/>
            <ac:spMk id="6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45" v="989"/>
          <ac:spMkLst>
            <pc:docMk/>
            <pc:sldMk cId="1576612255" sldId="2147375690"/>
            <ac:spMk id="7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47" v="990"/>
          <ac:spMkLst>
            <pc:docMk/>
            <pc:sldMk cId="1576612255" sldId="2147375690"/>
            <ac:spMk id="8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53" v="991"/>
          <ac:spMkLst>
            <pc:docMk/>
            <pc:sldMk cId="1576612255" sldId="2147375690"/>
            <ac:spMk id="9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55" v="992"/>
          <ac:spMkLst>
            <pc:docMk/>
            <pc:sldMk cId="1576612255" sldId="2147375690"/>
            <ac:spMk id="10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57" v="993"/>
          <ac:spMkLst>
            <pc:docMk/>
            <pc:sldMk cId="1576612255" sldId="2147375690"/>
            <ac:spMk id="11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59" v="994"/>
          <ac:spMkLst>
            <pc:docMk/>
            <pc:sldMk cId="1576612255" sldId="2147375690"/>
            <ac:spMk id="12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61" v="995"/>
          <ac:spMkLst>
            <pc:docMk/>
            <pc:sldMk cId="1576612255" sldId="2147375690"/>
            <ac:spMk id="13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61" v="996"/>
          <ac:spMkLst>
            <pc:docMk/>
            <pc:sldMk cId="1576612255" sldId="2147375690"/>
            <ac:spMk id="14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63" v="997"/>
          <ac:spMkLst>
            <pc:docMk/>
            <pc:sldMk cId="1576612255" sldId="2147375690"/>
            <ac:spMk id="16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65" v="998"/>
          <ac:spMkLst>
            <pc:docMk/>
            <pc:sldMk cId="1576612255" sldId="2147375690"/>
            <ac:spMk id="17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65" v="999"/>
          <ac:spMkLst>
            <pc:docMk/>
            <pc:sldMk cId="1576612255" sldId="2147375690"/>
            <ac:spMk id="18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68" v="1000"/>
          <ac:spMkLst>
            <pc:docMk/>
            <pc:sldMk cId="1576612255" sldId="2147375690"/>
            <ac:spMk id="19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70" v="1001"/>
          <ac:spMkLst>
            <pc:docMk/>
            <pc:sldMk cId="1576612255" sldId="2147375690"/>
            <ac:spMk id="21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73" v="1002"/>
          <ac:spMkLst>
            <pc:docMk/>
            <pc:sldMk cId="1576612255" sldId="2147375690"/>
            <ac:spMk id="22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74" v="1003"/>
          <ac:spMkLst>
            <pc:docMk/>
            <pc:sldMk cId="1576612255" sldId="2147375690"/>
            <ac:spMk id="23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76" v="1004"/>
          <ac:spMkLst>
            <pc:docMk/>
            <pc:sldMk cId="1576612255" sldId="2147375690"/>
            <ac:spMk id="25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76" v="1005"/>
          <ac:spMkLst>
            <pc:docMk/>
            <pc:sldMk cId="1576612255" sldId="2147375690"/>
            <ac:spMk id="26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78" v="1006"/>
          <ac:spMkLst>
            <pc:docMk/>
            <pc:sldMk cId="1576612255" sldId="2147375690"/>
            <ac:spMk id="27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80" v="1007"/>
          <ac:spMkLst>
            <pc:docMk/>
            <pc:sldMk cId="1576612255" sldId="2147375690"/>
            <ac:spMk id="28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82" v="1008"/>
          <ac:spMkLst>
            <pc:docMk/>
            <pc:sldMk cId="1576612255" sldId="2147375690"/>
            <ac:spMk id="29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85" v="1009"/>
          <ac:spMkLst>
            <pc:docMk/>
            <pc:sldMk cId="1576612255" sldId="2147375690"/>
            <ac:spMk id="30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85" v="1010"/>
          <ac:spMkLst>
            <pc:docMk/>
            <pc:sldMk cId="1576612255" sldId="2147375690"/>
            <ac:spMk id="31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87" v="1011"/>
          <ac:spMkLst>
            <pc:docMk/>
            <pc:sldMk cId="1576612255" sldId="2147375690"/>
            <ac:spMk id="32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89" v="1012"/>
          <ac:spMkLst>
            <pc:docMk/>
            <pc:sldMk cId="1576612255" sldId="2147375690"/>
            <ac:spMk id="33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91" v="1013"/>
          <ac:spMkLst>
            <pc:docMk/>
            <pc:sldMk cId="1576612255" sldId="2147375690"/>
            <ac:spMk id="34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91" v="1014"/>
          <ac:spMkLst>
            <pc:docMk/>
            <pc:sldMk cId="1576612255" sldId="2147375690"/>
            <ac:spMk id="35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94" v="1015"/>
          <ac:spMkLst>
            <pc:docMk/>
            <pc:sldMk cId="1576612255" sldId="2147375690"/>
            <ac:spMk id="36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96" v="1016"/>
          <ac:spMkLst>
            <pc:docMk/>
            <pc:sldMk cId="1576612255" sldId="2147375690"/>
            <ac:spMk id="37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597" v="1017"/>
          <ac:spMkLst>
            <pc:docMk/>
            <pc:sldMk cId="1576612255" sldId="2147375690"/>
            <ac:spMk id="38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50:35.598" v="1018"/>
          <ac:spMkLst>
            <pc:docMk/>
            <pc:sldMk cId="1576612255" sldId="2147375690"/>
            <ac:spMk id="39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50:35.600" v="1019"/>
          <ac:spMkLst>
            <pc:docMk/>
            <pc:sldMk cId="1576612255" sldId="2147375690"/>
            <ac:spMk id="4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876" v="1199"/>
          <ac:spMkLst>
            <pc:docMk/>
            <pc:sldMk cId="1576612255" sldId="2147375690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878" v="1201"/>
          <ac:spMkLst>
            <pc:docMk/>
            <pc:sldMk cId="1576612255" sldId="2147375690"/>
            <ac:spMk id="4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880" v="1203"/>
          <ac:spMkLst>
            <pc:docMk/>
            <pc:sldMk cId="1576612255" sldId="2147375690"/>
            <ac:spMk id="4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882" v="1205"/>
          <ac:spMkLst>
            <pc:docMk/>
            <pc:sldMk cId="1576612255" sldId="2147375690"/>
            <ac:spMk id="4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884" v="1207"/>
          <ac:spMkLst>
            <pc:docMk/>
            <pc:sldMk cId="1576612255" sldId="2147375690"/>
            <ac:spMk id="4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890" v="1209"/>
          <ac:spMkLst>
            <pc:docMk/>
            <pc:sldMk cId="1576612255" sldId="2147375690"/>
            <ac:spMk id="4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894" v="1211"/>
          <ac:spMkLst>
            <pc:docMk/>
            <pc:sldMk cId="1576612255" sldId="2147375690"/>
            <ac:spMk id="4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896" v="1213"/>
          <ac:spMkLst>
            <pc:docMk/>
            <pc:sldMk cId="1576612255" sldId="2147375690"/>
            <ac:spMk id="5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898" v="1215"/>
          <ac:spMkLst>
            <pc:docMk/>
            <pc:sldMk cId="1576612255" sldId="2147375690"/>
            <ac:spMk id="5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00" v="1217"/>
          <ac:spMkLst>
            <pc:docMk/>
            <pc:sldMk cId="1576612255" sldId="2147375690"/>
            <ac:spMk id="5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07" v="1219"/>
          <ac:spMkLst>
            <pc:docMk/>
            <pc:sldMk cId="1576612255" sldId="2147375690"/>
            <ac:spMk id="5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09" v="1221"/>
          <ac:spMkLst>
            <pc:docMk/>
            <pc:sldMk cId="1576612255" sldId="2147375690"/>
            <ac:spMk id="5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12" v="1223"/>
          <ac:spMkLst>
            <pc:docMk/>
            <pc:sldMk cId="1576612255" sldId="2147375690"/>
            <ac:spMk id="5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15" v="1225"/>
          <ac:spMkLst>
            <pc:docMk/>
            <pc:sldMk cId="1576612255" sldId="2147375690"/>
            <ac:spMk id="5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17" v="1227"/>
          <ac:spMkLst>
            <pc:docMk/>
            <pc:sldMk cId="1576612255" sldId="2147375690"/>
            <ac:spMk id="5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23" v="1229"/>
          <ac:spMkLst>
            <pc:docMk/>
            <pc:sldMk cId="1576612255" sldId="2147375690"/>
            <ac:spMk id="5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26" v="1231"/>
          <ac:spMkLst>
            <pc:docMk/>
            <pc:sldMk cId="1576612255" sldId="2147375690"/>
            <ac:spMk id="5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30" v="1233"/>
          <ac:spMkLst>
            <pc:docMk/>
            <pc:sldMk cId="1576612255" sldId="2147375690"/>
            <ac:spMk id="6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31" v="1235"/>
          <ac:spMkLst>
            <pc:docMk/>
            <pc:sldMk cId="1576612255" sldId="2147375690"/>
            <ac:spMk id="6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34" v="1237"/>
          <ac:spMkLst>
            <pc:docMk/>
            <pc:sldMk cId="1576612255" sldId="2147375690"/>
            <ac:spMk id="6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37" v="1239"/>
          <ac:spMkLst>
            <pc:docMk/>
            <pc:sldMk cId="1576612255" sldId="2147375690"/>
            <ac:spMk id="6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44" v="1241"/>
          <ac:spMkLst>
            <pc:docMk/>
            <pc:sldMk cId="1576612255" sldId="2147375690"/>
            <ac:spMk id="6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46" v="1243"/>
          <ac:spMkLst>
            <pc:docMk/>
            <pc:sldMk cId="1576612255" sldId="2147375690"/>
            <ac:spMk id="6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48" v="1245"/>
          <ac:spMkLst>
            <pc:docMk/>
            <pc:sldMk cId="1576612255" sldId="2147375690"/>
            <ac:spMk id="6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50" v="1247"/>
          <ac:spMkLst>
            <pc:docMk/>
            <pc:sldMk cId="1576612255" sldId="2147375690"/>
            <ac:spMk id="6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59" v="1249"/>
          <ac:spMkLst>
            <pc:docMk/>
            <pc:sldMk cId="1576612255" sldId="2147375690"/>
            <ac:spMk id="6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61" v="1251"/>
          <ac:spMkLst>
            <pc:docMk/>
            <pc:sldMk cId="1576612255" sldId="2147375690"/>
            <ac:spMk id="6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66" v="1253"/>
          <ac:spMkLst>
            <pc:docMk/>
            <pc:sldMk cId="1576612255" sldId="2147375690"/>
            <ac:spMk id="7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68" v="1255"/>
          <ac:spMkLst>
            <pc:docMk/>
            <pc:sldMk cId="1576612255" sldId="2147375690"/>
            <ac:spMk id="7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77" v="1257"/>
          <ac:spMkLst>
            <pc:docMk/>
            <pc:sldMk cId="1576612255" sldId="2147375690"/>
            <ac:spMk id="7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80" v="1259"/>
          <ac:spMkLst>
            <pc:docMk/>
            <pc:sldMk cId="1576612255" sldId="2147375690"/>
            <ac:spMk id="7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84" v="1261"/>
          <ac:spMkLst>
            <pc:docMk/>
            <pc:sldMk cId="1576612255" sldId="2147375690"/>
            <ac:spMk id="7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5.994" v="1263"/>
          <ac:spMkLst>
            <pc:docMk/>
            <pc:sldMk cId="1576612255" sldId="2147375690"/>
            <ac:spMk id="7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" v="1265"/>
          <ac:spMkLst>
            <pc:docMk/>
            <pc:sldMk cId="1576612255" sldId="2147375690"/>
            <ac:spMk id="7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06" v="1267"/>
          <ac:spMkLst>
            <pc:docMk/>
            <pc:sldMk cId="1576612255" sldId="2147375690"/>
            <ac:spMk id="7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06" v="1269"/>
          <ac:spMkLst>
            <pc:docMk/>
            <pc:sldMk cId="1576612255" sldId="2147375690"/>
            <ac:spMk id="7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06" v="1271"/>
          <ac:spMkLst>
            <pc:docMk/>
            <pc:sldMk cId="1576612255" sldId="2147375690"/>
            <ac:spMk id="7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06" v="1273"/>
          <ac:spMkLst>
            <pc:docMk/>
            <pc:sldMk cId="1576612255" sldId="2147375690"/>
            <ac:spMk id="8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06" v="1275"/>
          <ac:spMkLst>
            <pc:docMk/>
            <pc:sldMk cId="1576612255" sldId="2147375690"/>
            <ac:spMk id="8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06" v="1277"/>
          <ac:spMkLst>
            <pc:docMk/>
            <pc:sldMk cId="1576612255" sldId="2147375690"/>
            <ac:spMk id="8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06" v="1279"/>
          <ac:spMkLst>
            <pc:docMk/>
            <pc:sldMk cId="1576612255" sldId="2147375690"/>
            <ac:spMk id="8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06" v="1281"/>
          <ac:spMkLst>
            <pc:docMk/>
            <pc:sldMk cId="1576612255" sldId="2147375690"/>
            <ac:spMk id="8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21" v="1283"/>
          <ac:spMkLst>
            <pc:docMk/>
            <pc:sldMk cId="1576612255" sldId="2147375690"/>
            <ac:spMk id="8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21" v="1285"/>
          <ac:spMkLst>
            <pc:docMk/>
            <pc:sldMk cId="1576612255" sldId="2147375690"/>
            <ac:spMk id="8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21" v="1287"/>
          <ac:spMkLst>
            <pc:docMk/>
            <pc:sldMk cId="1576612255" sldId="2147375690"/>
            <ac:spMk id="8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21" v="1289"/>
          <ac:spMkLst>
            <pc:docMk/>
            <pc:sldMk cId="1576612255" sldId="2147375690"/>
            <ac:spMk id="8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21" v="1291"/>
          <ac:spMkLst>
            <pc:docMk/>
            <pc:sldMk cId="1576612255" sldId="2147375690"/>
            <ac:spMk id="8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21" v="1293"/>
          <ac:spMkLst>
            <pc:docMk/>
            <pc:sldMk cId="1576612255" sldId="2147375690"/>
            <ac:spMk id="9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21" v="1295"/>
          <ac:spMkLst>
            <pc:docMk/>
            <pc:sldMk cId="1576612255" sldId="2147375690"/>
            <ac:spMk id="9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21" v="1297"/>
          <ac:spMkLst>
            <pc:docMk/>
            <pc:sldMk cId="1576612255" sldId="2147375690"/>
            <ac:spMk id="9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42" v="1299"/>
          <ac:spMkLst>
            <pc:docMk/>
            <pc:sldMk cId="1576612255" sldId="2147375690"/>
            <ac:spMk id="9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42" v="1301"/>
          <ac:spMkLst>
            <pc:docMk/>
            <pc:sldMk cId="1576612255" sldId="2147375690"/>
            <ac:spMk id="9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42" v="1303"/>
          <ac:spMkLst>
            <pc:docMk/>
            <pc:sldMk cId="1576612255" sldId="2147375690"/>
            <ac:spMk id="9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42" v="1305"/>
          <ac:spMkLst>
            <pc:docMk/>
            <pc:sldMk cId="1576612255" sldId="2147375690"/>
            <ac:spMk id="9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55" v="1307"/>
          <ac:spMkLst>
            <pc:docMk/>
            <pc:sldMk cId="1576612255" sldId="2147375690"/>
            <ac:spMk id="9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55" v="1309"/>
          <ac:spMkLst>
            <pc:docMk/>
            <pc:sldMk cId="1576612255" sldId="2147375690"/>
            <ac:spMk id="9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55" v="1311"/>
          <ac:spMkLst>
            <pc:docMk/>
            <pc:sldMk cId="1576612255" sldId="2147375690"/>
            <ac:spMk id="9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68" v="1313"/>
          <ac:spMkLst>
            <pc:docMk/>
            <pc:sldMk cId="1576612255" sldId="2147375690"/>
            <ac:spMk id="10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71" v="1315"/>
          <ac:spMkLst>
            <pc:docMk/>
            <pc:sldMk cId="1576612255" sldId="2147375690"/>
            <ac:spMk id="1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71" v="1317"/>
          <ac:spMkLst>
            <pc:docMk/>
            <pc:sldMk cId="1576612255" sldId="2147375690"/>
            <ac:spMk id="1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71" v="1319"/>
          <ac:spMkLst>
            <pc:docMk/>
            <pc:sldMk cId="1576612255" sldId="2147375690"/>
            <ac:spMk id="10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71" v="1321"/>
          <ac:spMkLst>
            <pc:docMk/>
            <pc:sldMk cId="1576612255" sldId="2147375690"/>
            <ac:spMk id="10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71" v="1323"/>
          <ac:spMkLst>
            <pc:docMk/>
            <pc:sldMk cId="1576612255" sldId="2147375690"/>
            <ac:spMk id="10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71" v="1325"/>
          <ac:spMkLst>
            <pc:docMk/>
            <pc:sldMk cId="1576612255" sldId="2147375690"/>
            <ac:spMk id="10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85" v="1327"/>
          <ac:spMkLst>
            <pc:docMk/>
            <pc:sldMk cId="1576612255" sldId="2147375690"/>
            <ac:spMk id="10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85" v="1329"/>
          <ac:spMkLst>
            <pc:docMk/>
            <pc:sldMk cId="1576612255" sldId="2147375690"/>
            <ac:spMk id="10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088" v="1331"/>
          <ac:spMkLst>
            <pc:docMk/>
            <pc:sldMk cId="1576612255" sldId="2147375690"/>
            <ac:spMk id="10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04" v="1333"/>
          <ac:spMkLst>
            <pc:docMk/>
            <pc:sldMk cId="1576612255" sldId="2147375690"/>
            <ac:spMk id="1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21" v="1335"/>
          <ac:spMkLst>
            <pc:docMk/>
            <pc:sldMk cId="1576612255" sldId="2147375690"/>
            <ac:spMk id="11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21" v="1337"/>
          <ac:spMkLst>
            <pc:docMk/>
            <pc:sldMk cId="1576612255" sldId="2147375690"/>
            <ac:spMk id="11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21" v="1339"/>
          <ac:spMkLst>
            <pc:docMk/>
            <pc:sldMk cId="1576612255" sldId="2147375690"/>
            <ac:spMk id="11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21" v="1341"/>
          <ac:spMkLst>
            <pc:docMk/>
            <pc:sldMk cId="1576612255" sldId="2147375690"/>
            <ac:spMk id="1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21" v="1343"/>
          <ac:spMkLst>
            <pc:docMk/>
            <pc:sldMk cId="1576612255" sldId="2147375690"/>
            <ac:spMk id="11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21" v="1345"/>
          <ac:spMkLst>
            <pc:docMk/>
            <pc:sldMk cId="1576612255" sldId="2147375690"/>
            <ac:spMk id="1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21" v="1347"/>
          <ac:spMkLst>
            <pc:docMk/>
            <pc:sldMk cId="1576612255" sldId="2147375690"/>
            <ac:spMk id="1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33" v="1349"/>
          <ac:spMkLst>
            <pc:docMk/>
            <pc:sldMk cId="1576612255" sldId="2147375690"/>
            <ac:spMk id="11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33" v="1351"/>
          <ac:spMkLst>
            <pc:docMk/>
            <pc:sldMk cId="1576612255" sldId="2147375690"/>
            <ac:spMk id="11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54:36.133" v="1353"/>
          <ac:spMkLst>
            <pc:docMk/>
            <pc:sldMk cId="1576612255" sldId="2147375690"/>
            <ac:spMk id="120" creationId="{00000000-0000-0000-0000-000000000000}"/>
          </ac:spMkLst>
        </pc:spChg>
        <pc:spChg chg="add mod">
          <ac:chgData name="Joseph Steven Hohlier" userId="e85c8368-c681-4cb5-b62c-726d1754f1ef" providerId="ADAL" clId="{1DC96D59-D1C6-4DE2-AD31-258A42A47638}" dt="2026-03-18T19:54:09.993" v="1187"/>
          <ac:spMkLst>
            <pc:docMk/>
            <pc:sldMk cId="1576612255" sldId="2147375690"/>
            <ac:spMk id="121" creationId="{D00ECFF8-471C-49A5-AFAE-2C2D8157D332}"/>
          </ac:spMkLst>
        </pc:spChg>
        <pc:spChg chg="add mod">
          <ac:chgData name="Joseph Steven Hohlier" userId="e85c8368-c681-4cb5-b62c-726d1754f1ef" providerId="ADAL" clId="{1DC96D59-D1C6-4DE2-AD31-258A42A47638}" dt="2026-03-18T19:54:14.289" v="1197"/>
          <ac:spMkLst>
            <pc:docMk/>
            <pc:sldMk cId="1576612255" sldId="2147375690"/>
            <ac:spMk id="122" creationId="{147047DD-73B3-4AD7-8651-9D2EBF049B38}"/>
          </ac:spMkLst>
        </pc:spChg>
      </pc:sldChg>
      <pc:sldChg chg="modSp add del mod ord setBg">
        <pc:chgData name="Joseph Steven Hohlier" userId="e85c8368-c681-4cb5-b62c-726d1754f1ef" providerId="ADAL" clId="{1DC96D59-D1C6-4DE2-AD31-258A42A47638}" dt="2026-03-18T14:09:11.767" v="169"/>
        <pc:sldMkLst>
          <pc:docMk/>
          <pc:sldMk cId="0" sldId="2147375692"/>
        </pc:sldMkLst>
        <pc:spChg chg="mod">
          <ac:chgData name="Joseph Steven Hohlier" userId="e85c8368-c681-4cb5-b62c-726d1754f1ef" providerId="ADAL" clId="{1DC96D59-D1C6-4DE2-AD31-258A42A47638}" dt="2026-03-18T14:08:38.102" v="40"/>
          <ac:spMkLst>
            <pc:docMk/>
            <pc:sldMk cId="0" sldId="2147375692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137" v="41"/>
          <ac:spMkLst>
            <pc:docMk/>
            <pc:sldMk cId="0" sldId="2147375692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146" v="42"/>
          <ac:spMkLst>
            <pc:docMk/>
            <pc:sldMk cId="0" sldId="2147375692"/>
            <ac:spMk id="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154" v="43"/>
          <ac:spMkLst>
            <pc:docMk/>
            <pc:sldMk cId="0" sldId="2147375692"/>
            <ac:spMk id="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163" v="44"/>
          <ac:spMkLst>
            <pc:docMk/>
            <pc:sldMk cId="0" sldId="2147375692"/>
            <ac:spMk id="1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170" v="45"/>
          <ac:spMkLst>
            <pc:docMk/>
            <pc:sldMk cId="0" sldId="2147375692"/>
            <ac:spMk id="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178" v="46"/>
          <ac:spMkLst>
            <pc:docMk/>
            <pc:sldMk cId="0" sldId="2147375692"/>
            <ac:spMk id="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184" v="47"/>
          <ac:spMkLst>
            <pc:docMk/>
            <pc:sldMk cId="0" sldId="2147375692"/>
            <ac:spMk id="1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194" v="48"/>
          <ac:spMkLst>
            <pc:docMk/>
            <pc:sldMk cId="0" sldId="2147375692"/>
            <ac:spMk id="21" creationId="{00000000-0000-0000-0000-000000000000}"/>
          </ac:spMkLst>
        </pc:spChg>
      </pc:sldChg>
      <pc:sldChg chg="modSp add del mod ord setBg">
        <pc:chgData name="Joseph Steven Hohlier" userId="e85c8368-c681-4cb5-b62c-726d1754f1ef" providerId="ADAL" clId="{1DC96D59-D1C6-4DE2-AD31-258A42A47638}" dt="2026-03-18T14:09:17.865" v="171"/>
        <pc:sldMkLst>
          <pc:docMk/>
          <pc:sldMk cId="0" sldId="2147375693"/>
        </pc:sldMkLst>
        <pc:spChg chg="mod">
          <ac:chgData name="Joseph Steven Hohlier" userId="e85c8368-c681-4cb5-b62c-726d1754f1ef" providerId="ADAL" clId="{1DC96D59-D1C6-4DE2-AD31-258A42A47638}" dt="2026-03-18T14:08:38.219" v="49"/>
          <ac:spMkLst>
            <pc:docMk/>
            <pc:sldMk cId="0" sldId="2147375693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229" v="50"/>
          <ac:spMkLst>
            <pc:docMk/>
            <pc:sldMk cId="0" sldId="2147375693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237" v="51"/>
          <ac:spMkLst>
            <pc:docMk/>
            <pc:sldMk cId="0" sldId="2147375693"/>
            <ac:spMk id="1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247" v="52"/>
          <ac:spMkLst>
            <pc:docMk/>
            <pc:sldMk cId="0" sldId="2147375693"/>
            <ac:spMk id="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259" v="53"/>
          <ac:spMkLst>
            <pc:docMk/>
            <pc:sldMk cId="0" sldId="2147375693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268" v="54"/>
          <ac:spMkLst>
            <pc:docMk/>
            <pc:sldMk cId="0" sldId="2147375693"/>
            <ac:spMk id="2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277" v="55"/>
          <ac:spMkLst>
            <pc:docMk/>
            <pc:sldMk cId="0" sldId="2147375693"/>
            <ac:spMk id="31" creationId="{00000000-0000-0000-0000-000000000000}"/>
          </ac:spMkLst>
        </pc:spChg>
      </pc:sldChg>
      <pc:sldChg chg="modSp add del mod ord setBg">
        <pc:chgData name="Joseph Steven Hohlier" userId="e85c8368-c681-4cb5-b62c-726d1754f1ef" providerId="ADAL" clId="{1DC96D59-D1C6-4DE2-AD31-258A42A47638}" dt="2026-03-18T14:09:18.504" v="173"/>
        <pc:sldMkLst>
          <pc:docMk/>
          <pc:sldMk cId="0" sldId="2147375694"/>
        </pc:sldMkLst>
        <pc:spChg chg="mod">
          <ac:chgData name="Joseph Steven Hohlier" userId="e85c8368-c681-4cb5-b62c-726d1754f1ef" providerId="ADAL" clId="{1DC96D59-D1C6-4DE2-AD31-258A42A47638}" dt="2026-03-18T14:08:38.287" v="56"/>
          <ac:spMkLst>
            <pc:docMk/>
            <pc:sldMk cId="0" sldId="2147375694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295" v="57"/>
          <ac:spMkLst>
            <pc:docMk/>
            <pc:sldMk cId="0" sldId="2147375694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299" v="58"/>
          <ac:spMkLst>
            <pc:docMk/>
            <pc:sldMk cId="0" sldId="2147375694"/>
            <ac:spMk id="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06" v="59"/>
          <ac:spMkLst>
            <pc:docMk/>
            <pc:sldMk cId="0" sldId="2147375694"/>
            <ac:spMk id="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10" v="60"/>
          <ac:spMkLst>
            <pc:docMk/>
            <pc:sldMk cId="0" sldId="2147375694"/>
            <ac:spMk id="1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15" v="61"/>
          <ac:spMkLst>
            <pc:docMk/>
            <pc:sldMk cId="0" sldId="2147375694"/>
            <ac:spMk id="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19" v="62"/>
          <ac:spMkLst>
            <pc:docMk/>
            <pc:sldMk cId="0" sldId="2147375694"/>
            <ac:spMk id="1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29" v="63"/>
          <ac:spMkLst>
            <pc:docMk/>
            <pc:sldMk cId="0" sldId="2147375694"/>
            <ac:spMk id="1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34" v="64"/>
          <ac:spMkLst>
            <pc:docMk/>
            <pc:sldMk cId="0" sldId="2147375694"/>
            <ac:spMk id="1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41" v="65"/>
          <ac:spMkLst>
            <pc:docMk/>
            <pc:sldMk cId="0" sldId="2147375694"/>
            <ac:spMk id="2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45" v="66"/>
          <ac:spMkLst>
            <pc:docMk/>
            <pc:sldMk cId="0" sldId="2147375694"/>
            <ac:spMk id="2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52" v="67"/>
          <ac:spMkLst>
            <pc:docMk/>
            <pc:sldMk cId="0" sldId="2147375694"/>
            <ac:spMk id="2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58" v="68"/>
          <ac:spMkLst>
            <pc:docMk/>
            <pc:sldMk cId="0" sldId="2147375694"/>
            <ac:spMk id="2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64" v="69"/>
          <ac:spMkLst>
            <pc:docMk/>
            <pc:sldMk cId="0" sldId="2147375694"/>
            <ac:spMk id="3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67" v="70"/>
          <ac:spMkLst>
            <pc:docMk/>
            <pc:sldMk cId="0" sldId="2147375694"/>
            <ac:spMk id="3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83" v="71"/>
          <ac:spMkLst>
            <pc:docMk/>
            <pc:sldMk cId="0" sldId="2147375694"/>
            <ac:spMk id="3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89" v="72"/>
          <ac:spMkLst>
            <pc:docMk/>
            <pc:sldMk cId="0" sldId="2147375694"/>
            <ac:spMk id="3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398" v="73"/>
          <ac:spMkLst>
            <pc:docMk/>
            <pc:sldMk cId="0" sldId="2147375694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01" v="74"/>
          <ac:spMkLst>
            <pc:docMk/>
            <pc:sldMk cId="0" sldId="2147375694"/>
            <ac:spMk id="4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08" v="75"/>
          <ac:spMkLst>
            <pc:docMk/>
            <pc:sldMk cId="0" sldId="2147375694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11" v="76"/>
          <ac:spMkLst>
            <pc:docMk/>
            <pc:sldMk cId="0" sldId="2147375694"/>
            <ac:spMk id="44" creationId="{00000000-0000-0000-0000-000000000000}"/>
          </ac:spMkLst>
        </pc:spChg>
      </pc:sldChg>
      <pc:sldChg chg="modSp add del mod ord setBg">
        <pc:chgData name="Joseph Steven Hohlier" userId="e85c8368-c681-4cb5-b62c-726d1754f1ef" providerId="ADAL" clId="{1DC96D59-D1C6-4DE2-AD31-258A42A47638}" dt="2026-03-18T14:09:19.760" v="175"/>
        <pc:sldMkLst>
          <pc:docMk/>
          <pc:sldMk cId="0" sldId="2147375695"/>
        </pc:sldMkLst>
        <pc:spChg chg="mod">
          <ac:chgData name="Joseph Steven Hohlier" userId="e85c8368-c681-4cb5-b62c-726d1754f1ef" providerId="ADAL" clId="{1DC96D59-D1C6-4DE2-AD31-258A42A47638}" dt="2026-03-18T14:08:38.419" v="77"/>
          <ac:spMkLst>
            <pc:docMk/>
            <pc:sldMk cId="0" sldId="2147375695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28" v="78"/>
          <ac:spMkLst>
            <pc:docMk/>
            <pc:sldMk cId="0" sldId="2147375695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34" v="79"/>
          <ac:spMkLst>
            <pc:docMk/>
            <pc:sldMk cId="0" sldId="2147375695"/>
            <ac:spMk id="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40" v="80"/>
          <ac:spMkLst>
            <pc:docMk/>
            <pc:sldMk cId="0" sldId="2147375695"/>
            <ac:spMk id="1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45" v="81"/>
          <ac:spMkLst>
            <pc:docMk/>
            <pc:sldMk cId="0" sldId="2147375695"/>
            <ac:spMk id="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51" v="82"/>
          <ac:spMkLst>
            <pc:docMk/>
            <pc:sldMk cId="0" sldId="2147375695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60" v="83"/>
          <ac:spMkLst>
            <pc:docMk/>
            <pc:sldMk cId="0" sldId="2147375695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66" v="84"/>
          <ac:spMkLst>
            <pc:docMk/>
            <pc:sldMk cId="0" sldId="2147375695"/>
            <ac:spMk id="2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72" v="85"/>
          <ac:spMkLst>
            <pc:docMk/>
            <pc:sldMk cId="0" sldId="2147375695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78" v="86"/>
          <ac:spMkLst>
            <pc:docMk/>
            <pc:sldMk cId="0" sldId="2147375695"/>
            <ac:spMk id="2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86" v="87"/>
          <ac:spMkLst>
            <pc:docMk/>
            <pc:sldMk cId="0" sldId="2147375695"/>
            <ac:spMk id="3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91" v="88"/>
          <ac:spMkLst>
            <pc:docMk/>
            <pc:sldMk cId="0" sldId="2147375695"/>
            <ac:spMk id="3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498" v="89"/>
          <ac:spMkLst>
            <pc:docMk/>
            <pc:sldMk cId="0" sldId="2147375695"/>
            <ac:spMk id="3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04" v="90"/>
          <ac:spMkLst>
            <pc:docMk/>
            <pc:sldMk cId="0" sldId="2147375695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12" v="91"/>
          <ac:spMkLst>
            <pc:docMk/>
            <pc:sldMk cId="0" sldId="2147375695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18" v="92"/>
          <ac:spMkLst>
            <pc:docMk/>
            <pc:sldMk cId="0" sldId="2147375695"/>
            <ac:spMk id="4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24" v="93"/>
          <ac:spMkLst>
            <pc:docMk/>
            <pc:sldMk cId="0" sldId="2147375695"/>
            <ac:spMk id="47" creationId="{00000000-0000-0000-0000-000000000000}"/>
          </ac:spMkLst>
        </pc:spChg>
      </pc:sldChg>
      <pc:sldChg chg="modSp add del mod ord setBg">
        <pc:chgData name="Joseph Steven Hohlier" userId="e85c8368-c681-4cb5-b62c-726d1754f1ef" providerId="ADAL" clId="{1DC96D59-D1C6-4DE2-AD31-258A42A47638}" dt="2026-03-18T14:09:22.025" v="177"/>
        <pc:sldMkLst>
          <pc:docMk/>
          <pc:sldMk cId="0" sldId="2147375696"/>
        </pc:sldMkLst>
        <pc:spChg chg="mod">
          <ac:chgData name="Joseph Steven Hohlier" userId="e85c8368-c681-4cb5-b62c-726d1754f1ef" providerId="ADAL" clId="{1DC96D59-D1C6-4DE2-AD31-258A42A47638}" dt="2026-03-18T14:08:38.535" v="94"/>
          <ac:spMkLst>
            <pc:docMk/>
            <pc:sldMk cId="0" sldId="2147375696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42" v="95"/>
          <ac:spMkLst>
            <pc:docMk/>
            <pc:sldMk cId="0" sldId="2147375696"/>
            <ac:spMk id="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50" v="96"/>
          <ac:spMkLst>
            <pc:docMk/>
            <pc:sldMk cId="0" sldId="2147375696"/>
            <ac:spMk id="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55" v="97"/>
          <ac:spMkLst>
            <pc:docMk/>
            <pc:sldMk cId="0" sldId="2147375696"/>
            <ac:spMk id="1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61" v="98"/>
          <ac:spMkLst>
            <pc:docMk/>
            <pc:sldMk cId="0" sldId="2147375696"/>
            <ac:spMk id="1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67" v="99"/>
          <ac:spMkLst>
            <pc:docMk/>
            <pc:sldMk cId="0" sldId="2147375696"/>
            <ac:spMk id="1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74" v="100"/>
          <ac:spMkLst>
            <pc:docMk/>
            <pc:sldMk cId="0" sldId="2147375696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79" v="101"/>
          <ac:spMkLst>
            <pc:docMk/>
            <pc:sldMk cId="0" sldId="2147375696"/>
            <ac:spMk id="1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84" v="102"/>
          <ac:spMkLst>
            <pc:docMk/>
            <pc:sldMk cId="0" sldId="2147375696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91" v="103"/>
          <ac:spMkLst>
            <pc:docMk/>
            <pc:sldMk cId="0" sldId="2147375696"/>
            <ac:spMk id="2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598" v="104"/>
          <ac:spMkLst>
            <pc:docMk/>
            <pc:sldMk cId="0" sldId="2147375696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06" v="105"/>
          <ac:spMkLst>
            <pc:docMk/>
            <pc:sldMk cId="0" sldId="2147375696"/>
            <ac:spMk id="2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12" v="106"/>
          <ac:spMkLst>
            <pc:docMk/>
            <pc:sldMk cId="0" sldId="2147375696"/>
            <ac:spMk id="3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17" v="107"/>
          <ac:spMkLst>
            <pc:docMk/>
            <pc:sldMk cId="0" sldId="2147375696"/>
            <ac:spMk id="3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23" v="108"/>
          <ac:spMkLst>
            <pc:docMk/>
            <pc:sldMk cId="0" sldId="2147375696"/>
            <ac:spMk id="3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30" v="109"/>
          <ac:spMkLst>
            <pc:docMk/>
            <pc:sldMk cId="0" sldId="2147375696"/>
            <ac:spMk id="3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36" v="110"/>
          <ac:spMkLst>
            <pc:docMk/>
            <pc:sldMk cId="0" sldId="2147375696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51" v="111"/>
          <ac:spMkLst>
            <pc:docMk/>
            <pc:sldMk cId="0" sldId="2147375696"/>
            <ac:spMk id="4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60" v="112"/>
          <ac:spMkLst>
            <pc:docMk/>
            <pc:sldMk cId="0" sldId="2147375696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65" v="113"/>
          <ac:spMkLst>
            <pc:docMk/>
            <pc:sldMk cId="0" sldId="2147375696"/>
            <ac:spMk id="4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75" v="114"/>
          <ac:spMkLst>
            <pc:docMk/>
            <pc:sldMk cId="0" sldId="2147375696"/>
            <ac:spMk id="4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80" v="115"/>
          <ac:spMkLst>
            <pc:docMk/>
            <pc:sldMk cId="0" sldId="2147375696"/>
            <ac:spMk id="5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85" v="116"/>
          <ac:spMkLst>
            <pc:docMk/>
            <pc:sldMk cId="0" sldId="2147375696"/>
            <ac:spMk id="5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92" v="117"/>
          <ac:spMkLst>
            <pc:docMk/>
            <pc:sldMk cId="0" sldId="2147375696"/>
            <ac:spMk id="5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698" v="118"/>
          <ac:spMkLst>
            <pc:docMk/>
            <pc:sldMk cId="0" sldId="2147375696"/>
            <ac:spMk id="5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03" v="119"/>
          <ac:spMkLst>
            <pc:docMk/>
            <pc:sldMk cId="0" sldId="2147375696"/>
            <ac:spMk id="5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10" v="120"/>
          <ac:spMkLst>
            <pc:docMk/>
            <pc:sldMk cId="0" sldId="2147375696"/>
            <ac:spMk id="6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15" v="121"/>
          <ac:spMkLst>
            <pc:docMk/>
            <pc:sldMk cId="0" sldId="2147375696"/>
            <ac:spMk id="63" creationId="{00000000-0000-0000-0000-000000000000}"/>
          </ac:spMkLst>
        </pc:spChg>
      </pc:sldChg>
      <pc:sldChg chg="modSp add del mod ord setBg">
        <pc:chgData name="Joseph Steven Hohlier" userId="e85c8368-c681-4cb5-b62c-726d1754f1ef" providerId="ADAL" clId="{1DC96D59-D1C6-4DE2-AD31-258A42A47638}" dt="2026-03-18T14:09:24.668" v="179"/>
        <pc:sldMkLst>
          <pc:docMk/>
          <pc:sldMk cId="0" sldId="2147375697"/>
        </pc:sldMkLst>
        <pc:spChg chg="mod">
          <ac:chgData name="Joseph Steven Hohlier" userId="e85c8368-c681-4cb5-b62c-726d1754f1ef" providerId="ADAL" clId="{1DC96D59-D1C6-4DE2-AD31-258A42A47638}" dt="2026-03-18T14:08:38.725" v="122"/>
          <ac:spMkLst>
            <pc:docMk/>
            <pc:sldMk cId="0" sldId="2147375697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33" v="123"/>
          <ac:spMkLst>
            <pc:docMk/>
            <pc:sldMk cId="0" sldId="2147375697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38" v="124"/>
          <ac:spMkLst>
            <pc:docMk/>
            <pc:sldMk cId="0" sldId="2147375697"/>
            <ac:spMk id="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44" v="125"/>
          <ac:spMkLst>
            <pc:docMk/>
            <pc:sldMk cId="0" sldId="2147375697"/>
            <ac:spMk id="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50" v="126"/>
          <ac:spMkLst>
            <pc:docMk/>
            <pc:sldMk cId="0" sldId="2147375697"/>
            <ac:spMk id="1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60" v="127"/>
          <ac:spMkLst>
            <pc:docMk/>
            <pc:sldMk cId="0" sldId="2147375697"/>
            <ac:spMk id="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65" v="128"/>
          <ac:spMkLst>
            <pc:docMk/>
            <pc:sldMk cId="0" sldId="2147375697"/>
            <ac:spMk id="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70" v="129"/>
          <ac:spMkLst>
            <pc:docMk/>
            <pc:sldMk cId="0" sldId="2147375697"/>
            <ac:spMk id="1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77" v="130"/>
          <ac:spMkLst>
            <pc:docMk/>
            <pc:sldMk cId="0" sldId="2147375697"/>
            <ac:spMk id="2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82" v="131"/>
          <ac:spMkLst>
            <pc:docMk/>
            <pc:sldMk cId="0" sldId="2147375697"/>
            <ac:spMk id="2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90" v="132"/>
          <ac:spMkLst>
            <pc:docMk/>
            <pc:sldMk cId="0" sldId="2147375697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796" v="133"/>
          <ac:spMkLst>
            <pc:docMk/>
            <pc:sldMk cId="0" sldId="2147375697"/>
            <ac:spMk id="2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02" v="134"/>
          <ac:spMkLst>
            <pc:docMk/>
            <pc:sldMk cId="0" sldId="2147375697"/>
            <ac:spMk id="2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07" v="135"/>
          <ac:spMkLst>
            <pc:docMk/>
            <pc:sldMk cId="0" sldId="2147375697"/>
            <ac:spMk id="3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12" v="136"/>
          <ac:spMkLst>
            <pc:docMk/>
            <pc:sldMk cId="0" sldId="2147375697"/>
            <ac:spMk id="3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18" v="137"/>
          <ac:spMkLst>
            <pc:docMk/>
            <pc:sldMk cId="0" sldId="2147375697"/>
            <ac:spMk id="3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25" v="138"/>
          <ac:spMkLst>
            <pc:docMk/>
            <pc:sldMk cId="0" sldId="2147375697"/>
            <ac:spMk id="3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30" v="139"/>
          <ac:spMkLst>
            <pc:docMk/>
            <pc:sldMk cId="0" sldId="2147375697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08:38.835" v="140"/>
          <ac:spMkLst>
            <pc:docMk/>
            <pc:sldMk cId="0" sldId="2147375697"/>
            <ac:spMk id="41" creationId="{00000000-0000-0000-0000-000000000000}"/>
          </ac:spMkLst>
        </pc:spChg>
      </pc:sldChg>
      <pc:sldChg chg="add del">
        <pc:chgData name="Joseph Steven Hohlier" userId="e85c8368-c681-4cb5-b62c-726d1754f1ef" providerId="ADAL" clId="{1DC96D59-D1C6-4DE2-AD31-258A42A47638}" dt="2026-03-18T14:16:23.027" v="183"/>
        <pc:sldMkLst>
          <pc:docMk/>
          <pc:sldMk cId="461999791" sldId="2147375698"/>
        </pc:sldMkLst>
      </pc:sldChg>
      <pc:sldChg chg="modSp add del mod">
        <pc:chgData name="Joseph Steven Hohlier" userId="e85c8368-c681-4cb5-b62c-726d1754f1ef" providerId="ADAL" clId="{1DC96D59-D1C6-4DE2-AD31-258A42A47638}" dt="2026-03-18T15:07:31.413" v="711" actId="47"/>
        <pc:sldMkLst>
          <pc:docMk/>
          <pc:sldMk cId="2692228980" sldId="2147375699"/>
        </pc:sldMkLst>
        <pc:spChg chg="mod">
          <ac:chgData name="Joseph Steven Hohlier" userId="e85c8368-c681-4cb5-b62c-726d1754f1ef" providerId="ADAL" clId="{1DC96D59-D1C6-4DE2-AD31-258A42A47638}" dt="2026-03-18T14:26:56.223" v="262" actId="108"/>
          <ac:spMkLst>
            <pc:docMk/>
            <pc:sldMk cId="2692228980" sldId="2147375699"/>
            <ac:spMk id="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5:42.415" v="238" actId="108"/>
          <ac:spMkLst>
            <pc:docMk/>
            <pc:sldMk cId="2692228980" sldId="2147375699"/>
            <ac:spMk id="4" creationId="{00000000-0000-0000-0000-000000000000}"/>
          </ac:spMkLst>
        </pc:spChg>
      </pc:sldChg>
      <pc:sldChg chg="modSp add del mod">
        <pc:chgData name="Joseph Steven Hohlier" userId="e85c8368-c681-4cb5-b62c-726d1754f1ef" providerId="ADAL" clId="{1DC96D59-D1C6-4DE2-AD31-258A42A47638}" dt="2026-03-18T14:20:17.128" v="189"/>
        <pc:sldMkLst>
          <pc:docMk/>
          <pc:sldMk cId="549087639" sldId="2147375700"/>
        </pc:sldMkLst>
        <pc:spChg chg="mod">
          <ac:chgData name="Joseph Steven Hohlier" userId="e85c8368-c681-4cb5-b62c-726d1754f1ef" providerId="ADAL" clId="{1DC96D59-D1C6-4DE2-AD31-258A42A47638}" dt="2026-03-18T14:19:45.786" v="187"/>
          <ac:spMkLst>
            <pc:docMk/>
            <pc:sldMk cId="549087639" sldId="2147375700"/>
            <ac:spMk id="2" creationId="{00000000-0000-0000-0000-000000000000}"/>
          </ac:spMkLst>
        </pc:spChg>
      </pc:sldChg>
      <pc:sldChg chg="modSp add del mod">
        <pc:chgData name="Joseph Steven Hohlier" userId="e85c8368-c681-4cb5-b62c-726d1754f1ef" providerId="ADAL" clId="{1DC96D59-D1C6-4DE2-AD31-258A42A47638}" dt="2026-03-18T15:07:31.413" v="711" actId="47"/>
        <pc:sldMkLst>
          <pc:docMk/>
          <pc:sldMk cId="3424095501" sldId="2147375701"/>
        </pc:sldMkLst>
        <pc:spChg chg="mod">
          <ac:chgData name="Joseph Steven Hohlier" userId="e85c8368-c681-4cb5-b62c-726d1754f1ef" providerId="ADAL" clId="{1DC96D59-D1C6-4DE2-AD31-258A42A47638}" dt="2026-03-18T14:27:42.966" v="264" actId="108"/>
          <ac:spMkLst>
            <pc:docMk/>
            <pc:sldMk cId="3424095501" sldId="2147375701"/>
            <ac:spMk id="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7:30.393" v="263" actId="108"/>
          <ac:spMkLst>
            <pc:docMk/>
            <pc:sldMk cId="3424095501" sldId="2147375701"/>
            <ac:spMk id="4" creationId="{00000000-0000-0000-0000-000000000000}"/>
          </ac:spMkLst>
        </pc:spChg>
      </pc:sldChg>
      <pc:sldChg chg="modSp add del mod">
        <pc:chgData name="Joseph Steven Hohlier" userId="e85c8368-c681-4cb5-b62c-726d1754f1ef" providerId="ADAL" clId="{1DC96D59-D1C6-4DE2-AD31-258A42A47638}" dt="2026-03-18T14:32:17.056" v="304"/>
        <pc:sldMkLst>
          <pc:docMk/>
          <pc:sldMk cId="3523773184" sldId="2147375702"/>
        </pc:sldMkLst>
        <pc:spChg chg="mod">
          <ac:chgData name="Joseph Steven Hohlier" userId="e85c8368-c681-4cb5-b62c-726d1754f1ef" providerId="ADAL" clId="{1DC96D59-D1C6-4DE2-AD31-258A42A47638}" dt="2026-03-18T14:27:47.978" v="265" actId="108"/>
          <ac:spMkLst>
            <pc:docMk/>
            <pc:sldMk cId="3523773184" sldId="2147375702"/>
            <ac:spMk id="3" creationId="{00000000-0000-0000-0000-000000000000}"/>
          </ac:spMkLst>
        </pc:spChg>
      </pc:sldChg>
      <pc:sldChg chg="modSp add del mod">
        <pc:chgData name="Joseph Steven Hohlier" userId="e85c8368-c681-4cb5-b62c-726d1754f1ef" providerId="ADAL" clId="{1DC96D59-D1C6-4DE2-AD31-258A42A47638}" dt="2026-03-18T14:32:19.146" v="306"/>
        <pc:sldMkLst>
          <pc:docMk/>
          <pc:sldMk cId="3644286200" sldId="2147375703"/>
        </pc:sldMkLst>
        <pc:spChg chg="mod">
          <ac:chgData name="Joseph Steven Hohlier" userId="e85c8368-c681-4cb5-b62c-726d1754f1ef" providerId="ADAL" clId="{1DC96D59-D1C6-4DE2-AD31-258A42A47638}" dt="2026-03-18T14:27:53.353" v="266" actId="108"/>
          <ac:spMkLst>
            <pc:docMk/>
            <pc:sldMk cId="3644286200" sldId="2147375703"/>
            <ac:spMk id="3" creationId="{00000000-0000-0000-0000-000000000000}"/>
          </ac:spMkLst>
        </pc:spChg>
      </pc:sldChg>
      <pc:sldChg chg="modSp add del mod">
        <pc:chgData name="Joseph Steven Hohlier" userId="e85c8368-c681-4cb5-b62c-726d1754f1ef" providerId="ADAL" clId="{1DC96D59-D1C6-4DE2-AD31-258A42A47638}" dt="2026-03-18T14:30:13.342" v="302"/>
        <pc:sldMkLst>
          <pc:docMk/>
          <pc:sldMk cId="4165967824" sldId="2147375704"/>
        </pc:sldMkLst>
        <pc:spChg chg="mod">
          <ac:chgData name="Joseph Steven Hohlier" userId="e85c8368-c681-4cb5-b62c-726d1754f1ef" providerId="ADAL" clId="{1DC96D59-D1C6-4DE2-AD31-258A42A47638}" dt="2026-03-18T14:29:50.975" v="268"/>
          <ac:spMkLst>
            <pc:docMk/>
            <pc:sldMk cId="4165967824" sldId="2147375704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84" v="281"/>
          <ac:spMkLst>
            <pc:docMk/>
            <pc:sldMk cId="4165967824" sldId="2147375704"/>
            <ac:spMk id="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78" v="272"/>
          <ac:spMkLst>
            <pc:docMk/>
            <pc:sldMk cId="4165967824" sldId="2147375704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86"/>
          <ac:spMkLst>
            <pc:docMk/>
            <pc:sldMk cId="4165967824" sldId="2147375704"/>
            <ac:spMk id="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87"/>
          <ac:spMkLst>
            <pc:docMk/>
            <pc:sldMk cId="4165967824" sldId="2147375704"/>
            <ac:spMk id="1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88"/>
          <ac:spMkLst>
            <pc:docMk/>
            <pc:sldMk cId="4165967824" sldId="2147375704"/>
            <ac:spMk id="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84" v="282"/>
          <ac:spMkLst>
            <pc:docMk/>
            <pc:sldMk cId="4165967824" sldId="2147375704"/>
            <ac:spMk id="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78" v="274"/>
          <ac:spMkLst>
            <pc:docMk/>
            <pc:sldMk cId="4165967824" sldId="2147375704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89"/>
          <ac:spMkLst>
            <pc:docMk/>
            <pc:sldMk cId="4165967824" sldId="2147375704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0"/>
          <ac:spMkLst>
            <pc:docMk/>
            <pc:sldMk cId="4165967824" sldId="2147375704"/>
            <ac:spMk id="2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1"/>
          <ac:spMkLst>
            <pc:docMk/>
            <pc:sldMk cId="4165967824" sldId="2147375704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84" v="283"/>
          <ac:spMkLst>
            <pc:docMk/>
            <pc:sldMk cId="4165967824" sldId="2147375704"/>
            <ac:spMk id="2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78" v="276"/>
          <ac:spMkLst>
            <pc:docMk/>
            <pc:sldMk cId="4165967824" sldId="2147375704"/>
            <ac:spMk id="2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2"/>
          <ac:spMkLst>
            <pc:docMk/>
            <pc:sldMk cId="4165967824" sldId="2147375704"/>
            <ac:spMk id="3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3"/>
          <ac:spMkLst>
            <pc:docMk/>
            <pc:sldMk cId="4165967824" sldId="2147375704"/>
            <ac:spMk id="3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4"/>
          <ac:spMkLst>
            <pc:docMk/>
            <pc:sldMk cId="4165967824" sldId="2147375704"/>
            <ac:spMk id="3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3" v="284"/>
          <ac:spMkLst>
            <pc:docMk/>
            <pc:sldMk cId="4165967824" sldId="2147375704"/>
            <ac:spMk id="3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78" v="278"/>
          <ac:spMkLst>
            <pc:docMk/>
            <pc:sldMk cId="4165967824" sldId="2147375704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5"/>
          <ac:spMkLst>
            <pc:docMk/>
            <pc:sldMk cId="4165967824" sldId="2147375704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6"/>
          <ac:spMkLst>
            <pc:docMk/>
            <pc:sldMk cId="4165967824" sldId="2147375704"/>
            <ac:spMk id="4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7"/>
          <ac:spMkLst>
            <pc:docMk/>
            <pc:sldMk cId="4165967824" sldId="2147375704"/>
            <ac:spMk id="4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85"/>
          <ac:spMkLst>
            <pc:docMk/>
            <pc:sldMk cId="4165967824" sldId="2147375704"/>
            <ac:spMk id="4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78" v="280"/>
          <ac:spMkLst>
            <pc:docMk/>
            <pc:sldMk cId="4165967824" sldId="2147375704"/>
            <ac:spMk id="5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8"/>
          <ac:spMkLst>
            <pc:docMk/>
            <pc:sldMk cId="4165967824" sldId="2147375704"/>
            <ac:spMk id="5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299"/>
          <ac:spMkLst>
            <pc:docMk/>
            <pc:sldMk cId="4165967824" sldId="2147375704"/>
            <ac:spMk id="5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94" v="300"/>
          <ac:spMkLst>
            <pc:docMk/>
            <pc:sldMk cId="4165967824" sldId="2147375704"/>
            <ac:spMk id="5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9:50.978" v="270"/>
          <ac:spMkLst>
            <pc:docMk/>
            <pc:sldMk cId="4165967824" sldId="2147375704"/>
            <ac:spMk id="60" creationId="{00000000-0000-0000-0000-000000000000}"/>
          </ac:spMkLst>
        </pc:spChg>
      </pc:sldChg>
      <pc:sldChg chg="add del">
        <pc:chgData name="Joseph Steven Hohlier" userId="e85c8368-c681-4cb5-b62c-726d1754f1ef" providerId="ADAL" clId="{1DC96D59-D1C6-4DE2-AD31-258A42A47638}" dt="2026-03-18T15:07:31.413" v="711" actId="47"/>
        <pc:sldMkLst>
          <pc:docMk/>
          <pc:sldMk cId="841596926" sldId="2147375705"/>
        </pc:sldMkLst>
      </pc:sldChg>
      <pc:sldChg chg="modSp add del mod">
        <pc:chgData name="Joseph Steven Hohlier" userId="e85c8368-c681-4cb5-b62c-726d1754f1ef" providerId="ADAL" clId="{1DC96D59-D1C6-4DE2-AD31-258A42A47638}" dt="2026-03-18T14:21:22.015" v="230"/>
        <pc:sldMkLst>
          <pc:docMk/>
          <pc:sldMk cId="350775181" sldId="2147375706"/>
        </pc:sldMkLst>
        <pc:spChg chg="mod">
          <ac:chgData name="Joseph Steven Hohlier" userId="e85c8368-c681-4cb5-b62c-726d1754f1ef" providerId="ADAL" clId="{1DC96D59-D1C6-4DE2-AD31-258A42A47638}" dt="2026-03-18T14:20:44.018" v="219"/>
          <ac:spMkLst>
            <pc:docMk/>
            <pc:sldMk cId="350775181" sldId="2147375706"/>
            <ac:spMk id="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0:44.019" v="220"/>
          <ac:spMkLst>
            <pc:docMk/>
            <pc:sldMk cId="350775181" sldId="2147375706"/>
            <ac:spMk id="1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0:44.020" v="221"/>
          <ac:spMkLst>
            <pc:docMk/>
            <pc:sldMk cId="350775181" sldId="2147375706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0:44.021" v="222"/>
          <ac:spMkLst>
            <pc:docMk/>
            <pc:sldMk cId="350775181" sldId="2147375706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0:44.023" v="223"/>
          <ac:spMkLst>
            <pc:docMk/>
            <pc:sldMk cId="350775181" sldId="2147375706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0:44.023" v="224"/>
          <ac:spMkLst>
            <pc:docMk/>
            <pc:sldMk cId="350775181" sldId="2147375706"/>
            <ac:spMk id="3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0:44.024" v="225"/>
          <ac:spMkLst>
            <pc:docMk/>
            <pc:sldMk cId="350775181" sldId="2147375706"/>
            <ac:spMk id="3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0:44.024" v="226"/>
          <ac:spMkLst>
            <pc:docMk/>
            <pc:sldMk cId="350775181" sldId="2147375706"/>
            <ac:spMk id="3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0:44.025" v="227"/>
          <ac:spMkLst>
            <pc:docMk/>
            <pc:sldMk cId="350775181" sldId="2147375706"/>
            <ac:spMk id="4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20:44.025" v="228"/>
          <ac:spMkLst>
            <pc:docMk/>
            <pc:sldMk cId="350775181" sldId="2147375706"/>
            <ac:spMk id="46" creationId="{00000000-0000-0000-0000-000000000000}"/>
          </ac:spMkLst>
        </pc:spChg>
      </pc:sldChg>
      <pc:sldChg chg="modSp add del mod">
        <pc:chgData name="Joseph Steven Hohlier" userId="e85c8368-c681-4cb5-b62c-726d1754f1ef" providerId="ADAL" clId="{1DC96D59-D1C6-4DE2-AD31-258A42A47638}" dt="2026-03-18T15:07:31.413" v="711" actId="47"/>
        <pc:sldMkLst>
          <pc:docMk/>
          <pc:sldMk cId="4199862161" sldId="2147375707"/>
        </pc:sldMkLst>
        <pc:spChg chg="mod">
          <ac:chgData name="Joseph Steven Hohlier" userId="e85c8368-c681-4cb5-b62c-726d1754f1ef" providerId="ADAL" clId="{1DC96D59-D1C6-4DE2-AD31-258A42A47638}" dt="2026-03-18T14:24:50.976" v="236"/>
          <ac:spMkLst>
            <pc:docMk/>
            <pc:sldMk cId="4199862161" sldId="2147375707"/>
            <ac:spMk id="2" creationId="{00000000-0000-0000-0000-000000000000}"/>
          </ac:spMkLst>
        </pc:spChg>
      </pc:sldChg>
      <pc:sldChg chg="add del">
        <pc:chgData name="Joseph Steven Hohlier" userId="e85c8368-c681-4cb5-b62c-726d1754f1ef" providerId="ADAL" clId="{1DC96D59-D1C6-4DE2-AD31-258A42A47638}" dt="2026-03-18T15:07:31.413" v="711" actId="47"/>
        <pc:sldMkLst>
          <pc:docMk/>
          <pc:sldMk cId="732481877" sldId="2147375708"/>
        </pc:sldMkLst>
      </pc:sldChg>
      <pc:sldChg chg="add del">
        <pc:chgData name="Joseph Steven Hohlier" userId="e85c8368-c681-4cb5-b62c-726d1754f1ef" providerId="ADAL" clId="{1DC96D59-D1C6-4DE2-AD31-258A42A47638}" dt="2026-03-18T15:07:31.413" v="711" actId="47"/>
        <pc:sldMkLst>
          <pc:docMk/>
          <pc:sldMk cId="3167090907" sldId="2147375709"/>
        </pc:sldMkLst>
      </pc:sldChg>
      <pc:sldChg chg="add del">
        <pc:chgData name="Joseph Steven Hohlier" userId="e85c8368-c681-4cb5-b62c-726d1754f1ef" providerId="ADAL" clId="{1DC96D59-D1C6-4DE2-AD31-258A42A47638}" dt="2026-03-18T15:07:31.413" v="711" actId="47"/>
        <pc:sldMkLst>
          <pc:docMk/>
          <pc:sldMk cId="3215423304" sldId="2147375710"/>
        </pc:sldMkLst>
      </pc:sldChg>
      <pc:sldChg chg="addSp modSp add del mod">
        <pc:chgData name="Joseph Steven Hohlier" userId="e85c8368-c681-4cb5-b62c-726d1754f1ef" providerId="ADAL" clId="{1DC96D59-D1C6-4DE2-AD31-258A42A47638}" dt="2026-03-18T14:34:34.863" v="321"/>
        <pc:sldMkLst>
          <pc:docMk/>
          <pc:sldMk cId="2747043888" sldId="2147375711"/>
        </pc:sldMkLst>
        <pc:spChg chg="add mod ord">
          <ac:chgData name="Joseph Steven Hohlier" userId="e85c8368-c681-4cb5-b62c-726d1754f1ef" providerId="ADAL" clId="{1DC96D59-D1C6-4DE2-AD31-258A42A47638}" dt="2026-03-18T14:34:28.527" v="315"/>
          <ac:spMkLst>
            <pc:docMk/>
            <pc:sldMk cId="2747043888" sldId="2147375711"/>
            <ac:spMk id="2" creationId="{A557A933-929F-48F9-A6BB-DC67AEBB53E0}"/>
          </ac:spMkLst>
        </pc:spChg>
        <pc:spChg chg="mod">
          <ac:chgData name="Joseph Steven Hohlier" userId="e85c8368-c681-4cb5-b62c-726d1754f1ef" providerId="ADAL" clId="{1DC96D59-D1C6-4DE2-AD31-258A42A47638}" dt="2026-03-18T14:34:28.530" v="319"/>
          <ac:spMkLst>
            <pc:docMk/>
            <pc:sldMk cId="2747043888" sldId="2147375711"/>
            <ac:spMk id="3" creationId="{94268AB5-125A-CE4D-9AEF-7AF93F3367CE}"/>
          </ac:spMkLst>
        </pc:spChg>
      </pc:sldChg>
      <pc:sldChg chg="addSp delSp modSp add del mod">
        <pc:chgData name="Joseph Steven Hohlier" userId="e85c8368-c681-4cb5-b62c-726d1754f1ef" providerId="ADAL" clId="{1DC96D59-D1C6-4DE2-AD31-258A42A47638}" dt="2026-03-18T14:35:24.810" v="334"/>
        <pc:sldMkLst>
          <pc:docMk/>
          <pc:sldMk cId="3976906998" sldId="2147375712"/>
        </pc:sldMkLst>
        <pc:spChg chg="add mod ord">
          <ac:chgData name="Joseph Steven Hohlier" userId="e85c8368-c681-4cb5-b62c-726d1754f1ef" providerId="ADAL" clId="{1DC96D59-D1C6-4DE2-AD31-258A42A47638}" dt="2026-03-18T14:35:17.447" v="325"/>
          <ac:spMkLst>
            <pc:docMk/>
            <pc:sldMk cId="3976906998" sldId="2147375712"/>
            <ac:spMk id="2" creationId="{4E05D14A-F41A-4867-BDA5-0DA980B12FFC}"/>
          </ac:spMkLst>
        </pc:spChg>
        <pc:spChg chg="del">
          <ac:chgData name="Joseph Steven Hohlier" userId="e85c8368-c681-4cb5-b62c-726d1754f1ef" providerId="ADAL" clId="{1DC96D59-D1C6-4DE2-AD31-258A42A47638}" dt="2026-03-18T14:35:17.450" v="330"/>
          <ac:spMkLst>
            <pc:docMk/>
            <pc:sldMk cId="3976906998" sldId="2147375712"/>
            <ac:spMk id="100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4:35:17.450" v="331"/>
          <ac:spMkLst>
            <pc:docMk/>
            <pc:sldMk cId="3976906998" sldId="2147375712"/>
            <ac:spMk id="1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35:17.449" v="329"/>
          <ac:spMkLst>
            <pc:docMk/>
            <pc:sldMk cId="3976906998" sldId="2147375712"/>
            <ac:spMk id="102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4:35:17.450" v="332"/>
          <ac:spMkLst>
            <pc:docMk/>
            <pc:sldMk cId="3976906998" sldId="2147375712"/>
            <ac:spMk id="103" creationId="{00000000-0000-0000-0000-000000000000}"/>
          </ac:spMkLst>
        </pc:spChg>
      </pc:sldChg>
      <pc:sldChg chg="modSp add mod">
        <pc:chgData name="Joseph Steven Hohlier" userId="e85c8368-c681-4cb5-b62c-726d1754f1ef" providerId="ADAL" clId="{1DC96D59-D1C6-4DE2-AD31-258A42A47638}" dt="2026-03-18T14:36:52.228" v="335"/>
        <pc:sldMkLst>
          <pc:docMk/>
          <pc:sldMk cId="474640907" sldId="2147375713"/>
        </pc:sldMkLst>
        <pc:spChg chg="mod">
          <ac:chgData name="Joseph Steven Hohlier" userId="e85c8368-c681-4cb5-b62c-726d1754f1ef" providerId="ADAL" clId="{1DC96D59-D1C6-4DE2-AD31-258A42A47638}" dt="2026-03-18T14:36:52.228" v="335"/>
          <ac:spMkLst>
            <pc:docMk/>
            <pc:sldMk cId="474640907" sldId="2147375713"/>
            <ac:spMk id="3" creationId="{94268AB5-125A-CE4D-9AEF-7AF93F3367CE}"/>
          </ac:spMkLst>
        </pc:spChg>
      </pc:sldChg>
      <pc:sldChg chg="modSp add mod">
        <pc:chgData name="Joseph Steven Hohlier" userId="e85c8368-c681-4cb5-b62c-726d1754f1ef" providerId="ADAL" clId="{1DC96D59-D1C6-4DE2-AD31-258A42A47638}" dt="2026-03-18T14:38:02.418" v="338" actId="403"/>
        <pc:sldMkLst>
          <pc:docMk/>
          <pc:sldMk cId="4176259120" sldId="2147375714"/>
        </pc:sldMkLst>
        <pc:spChg chg="mod">
          <ac:chgData name="Joseph Steven Hohlier" userId="e85c8368-c681-4cb5-b62c-726d1754f1ef" providerId="ADAL" clId="{1DC96D59-D1C6-4DE2-AD31-258A42A47638}" dt="2026-03-18T14:36:52.250" v="336"/>
          <ac:spMkLst>
            <pc:docMk/>
            <pc:sldMk cId="4176259120" sldId="2147375714"/>
            <ac:spMk id="1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38:02.418" v="338" actId="403"/>
          <ac:spMkLst>
            <pc:docMk/>
            <pc:sldMk cId="4176259120" sldId="2147375714"/>
            <ac:spMk id="104" creationId="{00000000-0000-0000-0000-000000000000}"/>
          </ac:spMkLst>
        </pc:spChg>
      </pc:sldChg>
      <pc:sldChg chg="delSp modSp add del mod">
        <pc:chgData name="Joseph Steven Hohlier" userId="e85c8368-c681-4cb5-b62c-726d1754f1ef" providerId="ADAL" clId="{1DC96D59-D1C6-4DE2-AD31-258A42A47638}" dt="2026-03-18T14:45:15.041" v="468"/>
        <pc:sldMkLst>
          <pc:docMk/>
          <pc:sldMk cId="741349037" sldId="2147375715"/>
        </pc:sldMkLst>
        <pc:spChg chg="del">
          <ac:chgData name="Joseph Steven Hohlier" userId="e85c8368-c681-4cb5-b62c-726d1754f1ef" providerId="ADAL" clId="{1DC96D59-D1C6-4DE2-AD31-258A42A47638}" dt="2026-03-18T14:40:22.234" v="352"/>
          <ac:spMkLst>
            <pc:docMk/>
            <pc:sldMk cId="741349037" sldId="2147375715"/>
            <ac:spMk id="5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3:48.350" v="403"/>
          <ac:spMkLst>
            <pc:docMk/>
            <pc:sldMk cId="741349037" sldId="2147375715"/>
            <ac:spMk id="1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3:48.350" v="406"/>
          <ac:spMkLst>
            <pc:docMk/>
            <pc:sldMk cId="741349037" sldId="2147375715"/>
            <ac:spMk id="1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3:48.352" v="409"/>
          <ac:spMkLst>
            <pc:docMk/>
            <pc:sldMk cId="741349037" sldId="2147375715"/>
            <ac:spMk id="2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3:48.352" v="412"/>
          <ac:spMkLst>
            <pc:docMk/>
            <pc:sldMk cId="741349037" sldId="2147375715"/>
            <ac:spMk id="2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3:48.352" v="415"/>
          <ac:spMkLst>
            <pc:docMk/>
            <pc:sldMk cId="741349037" sldId="2147375715"/>
            <ac:spMk id="3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3:48.354" v="418"/>
          <ac:spMkLst>
            <pc:docMk/>
            <pc:sldMk cId="741349037" sldId="2147375715"/>
            <ac:spMk id="3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3:48.356" v="421"/>
          <ac:spMkLst>
            <pc:docMk/>
            <pc:sldMk cId="741349037" sldId="2147375715"/>
            <ac:spMk id="4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3:48.357" v="424"/>
          <ac:spMkLst>
            <pc:docMk/>
            <pc:sldMk cId="741349037" sldId="2147375715"/>
            <ac:spMk id="4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5:08.968" v="452"/>
          <ac:spMkLst>
            <pc:docMk/>
            <pc:sldMk cId="741349037" sldId="2147375715"/>
            <ac:spMk id="5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5:08.968" v="454"/>
          <ac:spMkLst>
            <pc:docMk/>
            <pc:sldMk cId="741349037" sldId="2147375715"/>
            <ac:spMk id="5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5:08.969" v="456"/>
          <ac:spMkLst>
            <pc:docMk/>
            <pc:sldMk cId="741349037" sldId="2147375715"/>
            <ac:spMk id="6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5:08.970" v="458"/>
          <ac:spMkLst>
            <pc:docMk/>
            <pc:sldMk cId="741349037" sldId="2147375715"/>
            <ac:spMk id="6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5:08.970" v="460"/>
          <ac:spMkLst>
            <pc:docMk/>
            <pc:sldMk cId="741349037" sldId="2147375715"/>
            <ac:spMk id="7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5:08.971" v="462"/>
          <ac:spMkLst>
            <pc:docMk/>
            <pc:sldMk cId="741349037" sldId="2147375715"/>
            <ac:spMk id="7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5:08.972" v="464"/>
          <ac:spMkLst>
            <pc:docMk/>
            <pc:sldMk cId="741349037" sldId="2147375715"/>
            <ac:spMk id="8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5:08.972" v="466"/>
          <ac:spMkLst>
            <pc:docMk/>
            <pc:sldMk cId="741349037" sldId="2147375715"/>
            <ac:spMk id="8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5:08.967" v="450"/>
          <ac:spMkLst>
            <pc:docMk/>
            <pc:sldMk cId="741349037" sldId="2147375715"/>
            <ac:spMk id="900" creationId="{00000000-0000-0000-0000-000000000000}"/>
          </ac:spMkLst>
        </pc:spChg>
      </pc:sldChg>
      <pc:sldChg chg="add del">
        <pc:chgData name="Joseph Steven Hohlier" userId="e85c8368-c681-4cb5-b62c-726d1754f1ef" providerId="ADAL" clId="{1DC96D59-D1C6-4DE2-AD31-258A42A47638}" dt="2026-03-18T14:45:24.207" v="470"/>
        <pc:sldMkLst>
          <pc:docMk/>
          <pc:sldMk cId="2455854068" sldId="2147375716"/>
        </pc:sldMkLst>
      </pc:sldChg>
      <pc:sldChg chg="modSp add del mod">
        <pc:chgData name="Joseph Steven Hohlier" userId="e85c8368-c681-4cb5-b62c-726d1754f1ef" providerId="ADAL" clId="{1DC96D59-D1C6-4DE2-AD31-258A42A47638}" dt="2026-03-18T14:49:15.019" v="548"/>
        <pc:sldMkLst>
          <pc:docMk/>
          <pc:sldMk cId="1029401722" sldId="2147375717"/>
        </pc:sldMkLst>
        <pc:spChg chg="mod">
          <ac:chgData name="Joseph Steven Hohlier" userId="e85c8368-c681-4cb5-b62c-726d1754f1ef" providerId="ADAL" clId="{1DC96D59-D1C6-4DE2-AD31-258A42A47638}" dt="2026-03-18T14:46:12.505" v="502"/>
          <ac:spMkLst>
            <pc:docMk/>
            <pc:sldMk cId="1029401722" sldId="2147375717"/>
            <ac:spMk id="1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7:09.111" v="532"/>
          <ac:spMkLst>
            <pc:docMk/>
            <pc:sldMk cId="1029401722" sldId="2147375717"/>
            <ac:spMk id="1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6:12.507" v="506"/>
          <ac:spMkLst>
            <pc:docMk/>
            <pc:sldMk cId="1029401722" sldId="2147375717"/>
            <ac:spMk id="2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7:09.121" v="534"/>
          <ac:spMkLst>
            <pc:docMk/>
            <pc:sldMk cId="1029401722" sldId="2147375717"/>
            <ac:spMk id="2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6:12.509" v="510"/>
          <ac:spMkLst>
            <pc:docMk/>
            <pc:sldMk cId="1029401722" sldId="2147375717"/>
            <ac:spMk id="3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7:09.128" v="536"/>
          <ac:spMkLst>
            <pc:docMk/>
            <pc:sldMk cId="1029401722" sldId="2147375717"/>
            <ac:spMk id="3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6:12.510" v="514"/>
          <ac:spMkLst>
            <pc:docMk/>
            <pc:sldMk cId="1029401722" sldId="2147375717"/>
            <ac:spMk id="4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7:09.131" v="538"/>
          <ac:spMkLst>
            <pc:docMk/>
            <pc:sldMk cId="1029401722" sldId="2147375717"/>
            <ac:spMk id="4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7:09.132" v="540"/>
          <ac:spMkLst>
            <pc:docMk/>
            <pc:sldMk cId="1029401722" sldId="2147375717"/>
            <ac:spMk id="5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7:09.133" v="542"/>
          <ac:spMkLst>
            <pc:docMk/>
            <pc:sldMk cId="1029401722" sldId="2147375717"/>
            <ac:spMk id="6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7:09.134" v="544"/>
          <ac:spMkLst>
            <pc:docMk/>
            <pc:sldMk cId="1029401722" sldId="2147375717"/>
            <ac:spMk id="7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7:09.136" v="546"/>
          <ac:spMkLst>
            <pc:docMk/>
            <pc:sldMk cId="1029401722" sldId="2147375717"/>
            <ac:spMk id="802" creationId="{00000000-0000-0000-0000-000000000000}"/>
          </ac:spMkLst>
        </pc:spChg>
      </pc:sldChg>
      <pc:sldChg chg="add del">
        <pc:chgData name="Joseph Steven Hohlier" userId="e85c8368-c681-4cb5-b62c-726d1754f1ef" providerId="ADAL" clId="{1DC96D59-D1C6-4DE2-AD31-258A42A47638}" dt="2026-03-18T14:49:16.764" v="550"/>
        <pc:sldMkLst>
          <pc:docMk/>
          <pc:sldMk cId="1135638509" sldId="2147375718"/>
        </pc:sldMkLst>
      </pc:sldChg>
      <pc:sldChg chg="add del">
        <pc:chgData name="Joseph Steven Hohlier" userId="e85c8368-c681-4cb5-b62c-726d1754f1ef" providerId="ADAL" clId="{1DC96D59-D1C6-4DE2-AD31-258A42A47638}" dt="2026-03-18T14:49:18.167" v="552"/>
        <pc:sldMkLst>
          <pc:docMk/>
          <pc:sldMk cId="776373503" sldId="2147375719"/>
        </pc:sldMkLst>
      </pc:sldChg>
      <pc:sldChg chg="add del">
        <pc:chgData name="Joseph Steven Hohlier" userId="e85c8368-c681-4cb5-b62c-726d1754f1ef" providerId="ADAL" clId="{1DC96D59-D1C6-4DE2-AD31-258A42A47638}" dt="2026-03-18T14:49:19.585" v="554"/>
        <pc:sldMkLst>
          <pc:docMk/>
          <pc:sldMk cId="2806908493" sldId="2147375720"/>
        </pc:sldMkLst>
      </pc:sldChg>
      <pc:sldChg chg="add del">
        <pc:chgData name="Joseph Steven Hohlier" userId="e85c8368-c681-4cb5-b62c-726d1754f1ef" providerId="ADAL" clId="{1DC96D59-D1C6-4DE2-AD31-258A42A47638}" dt="2026-03-18T14:49:26.044" v="556"/>
        <pc:sldMkLst>
          <pc:docMk/>
          <pc:sldMk cId="3480102046" sldId="2147375721"/>
        </pc:sldMkLst>
      </pc:sldChg>
      <pc:sldChg chg="add del">
        <pc:chgData name="Joseph Steven Hohlier" userId="e85c8368-c681-4cb5-b62c-726d1754f1ef" providerId="ADAL" clId="{1DC96D59-D1C6-4DE2-AD31-258A42A47638}" dt="2026-03-18T14:49:27.832" v="558"/>
        <pc:sldMkLst>
          <pc:docMk/>
          <pc:sldMk cId="4116389932" sldId="2147375722"/>
        </pc:sldMkLst>
      </pc:sldChg>
      <pc:sldChg chg="add del">
        <pc:chgData name="Joseph Steven Hohlier" userId="e85c8368-c681-4cb5-b62c-726d1754f1ef" providerId="ADAL" clId="{1DC96D59-D1C6-4DE2-AD31-258A42A47638}" dt="2026-03-18T14:49:31.064" v="560"/>
        <pc:sldMkLst>
          <pc:docMk/>
          <pc:sldMk cId="856601912" sldId="2147375723"/>
        </pc:sldMkLst>
      </pc:sldChg>
      <pc:sldChg chg="add del">
        <pc:chgData name="Joseph Steven Hohlier" userId="e85c8368-c681-4cb5-b62c-726d1754f1ef" providerId="ADAL" clId="{1DC96D59-D1C6-4DE2-AD31-258A42A47638}" dt="2026-03-18T14:49:32.303" v="562"/>
        <pc:sldMkLst>
          <pc:docMk/>
          <pc:sldMk cId="970082862" sldId="2147375724"/>
        </pc:sldMkLst>
      </pc:sldChg>
      <pc:sldChg chg="modSp add del mod">
        <pc:chgData name="Joseph Steven Hohlier" userId="e85c8368-c681-4cb5-b62c-726d1754f1ef" providerId="ADAL" clId="{1DC96D59-D1C6-4DE2-AD31-258A42A47638}" dt="2026-03-18T14:52:30.418" v="655"/>
        <pc:sldMkLst>
          <pc:docMk/>
          <pc:sldMk cId="2726563155" sldId="2147375725"/>
        </pc:sldMkLst>
        <pc:spChg chg="mod">
          <ac:chgData name="Joseph Steven Hohlier" userId="e85c8368-c681-4cb5-b62c-726d1754f1ef" providerId="ADAL" clId="{1DC96D59-D1C6-4DE2-AD31-258A42A47638}" dt="2026-03-18T14:51:39.639" v="632"/>
          <ac:spMkLst>
            <pc:docMk/>
            <pc:sldMk cId="2726563155" sldId="2147375725"/>
            <ac:spMk id="1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1:39.643" v="635"/>
          <ac:spMkLst>
            <pc:docMk/>
            <pc:sldMk cId="2726563155" sldId="2147375725"/>
            <ac:spMk id="2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1:39.645" v="638"/>
          <ac:spMkLst>
            <pc:docMk/>
            <pc:sldMk cId="2726563155" sldId="2147375725"/>
            <ac:spMk id="3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1:39.648" v="641"/>
          <ac:spMkLst>
            <pc:docMk/>
            <pc:sldMk cId="2726563155" sldId="2147375725"/>
            <ac:spMk id="4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1:39.649" v="644"/>
          <ac:spMkLst>
            <pc:docMk/>
            <pc:sldMk cId="2726563155" sldId="2147375725"/>
            <ac:spMk id="5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9:48.547" v="592"/>
          <ac:spMkLst>
            <pc:docMk/>
            <pc:sldMk cId="2726563155" sldId="2147375725"/>
            <ac:spMk id="5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1:39.650" v="647"/>
          <ac:spMkLst>
            <pc:docMk/>
            <pc:sldMk cId="2726563155" sldId="2147375725"/>
            <ac:spMk id="6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9:48.549" v="594"/>
          <ac:spMkLst>
            <pc:docMk/>
            <pc:sldMk cId="2726563155" sldId="2147375725"/>
            <ac:spMk id="6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1:39.652" v="650"/>
          <ac:spMkLst>
            <pc:docMk/>
            <pc:sldMk cId="2726563155" sldId="2147375725"/>
            <ac:spMk id="7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9:48.549" v="596"/>
          <ac:spMkLst>
            <pc:docMk/>
            <pc:sldMk cId="2726563155" sldId="2147375725"/>
            <ac:spMk id="7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1:39.654" v="653"/>
          <ac:spMkLst>
            <pc:docMk/>
            <pc:sldMk cId="2726563155" sldId="2147375725"/>
            <ac:spMk id="8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49:48.551" v="598"/>
          <ac:spMkLst>
            <pc:docMk/>
            <pc:sldMk cId="2726563155" sldId="2147375725"/>
            <ac:spMk id="802" creationId="{00000000-0000-0000-0000-000000000000}"/>
          </ac:spMkLst>
        </pc:spChg>
      </pc:sldChg>
      <pc:sldChg chg="modSp add del mod">
        <pc:chgData name="Joseph Steven Hohlier" userId="e85c8368-c681-4cb5-b62c-726d1754f1ef" providerId="ADAL" clId="{1DC96D59-D1C6-4DE2-AD31-258A42A47638}" dt="2026-03-18T14:53:00.571" v="673"/>
        <pc:sldMkLst>
          <pc:docMk/>
          <pc:sldMk cId="456672372" sldId="2147375726"/>
        </pc:sldMkLst>
        <pc:spChg chg="mod">
          <ac:chgData name="Joseph Steven Hohlier" userId="e85c8368-c681-4cb5-b62c-726d1754f1ef" providerId="ADAL" clId="{1DC96D59-D1C6-4DE2-AD31-258A42A47638}" dt="2026-03-18T14:52:40.525" v="657"/>
          <ac:spMkLst>
            <pc:docMk/>
            <pc:sldMk cId="456672372" sldId="2147375726"/>
            <ac:spMk id="1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2:40.527" v="659"/>
          <ac:spMkLst>
            <pc:docMk/>
            <pc:sldMk cId="456672372" sldId="2147375726"/>
            <ac:spMk id="2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2:40.529" v="661"/>
          <ac:spMkLst>
            <pc:docMk/>
            <pc:sldMk cId="456672372" sldId="2147375726"/>
            <ac:spMk id="3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2:40.531" v="663"/>
          <ac:spMkLst>
            <pc:docMk/>
            <pc:sldMk cId="456672372" sldId="2147375726"/>
            <ac:spMk id="4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2:40.533" v="665"/>
          <ac:spMkLst>
            <pc:docMk/>
            <pc:sldMk cId="456672372" sldId="2147375726"/>
            <ac:spMk id="5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2:40.536" v="667"/>
          <ac:spMkLst>
            <pc:docMk/>
            <pc:sldMk cId="456672372" sldId="2147375726"/>
            <ac:spMk id="6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2:40.536" v="669"/>
          <ac:spMkLst>
            <pc:docMk/>
            <pc:sldMk cId="456672372" sldId="2147375726"/>
            <ac:spMk id="7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2:40.536" v="671"/>
          <ac:spMkLst>
            <pc:docMk/>
            <pc:sldMk cId="456672372" sldId="2147375726"/>
            <ac:spMk id="802" creationId="{00000000-0000-0000-0000-000000000000}"/>
          </ac:spMkLst>
        </pc:spChg>
      </pc:sldChg>
      <pc:sldChg chg="modSp add del mod">
        <pc:chgData name="Joseph Steven Hohlier" userId="e85c8368-c681-4cb5-b62c-726d1754f1ef" providerId="ADAL" clId="{1DC96D59-D1C6-4DE2-AD31-258A42A47638}" dt="2026-03-18T14:54:20.669" v="686"/>
        <pc:sldMkLst>
          <pc:docMk/>
          <pc:sldMk cId="3164771188" sldId="2147375727"/>
        </pc:sldMkLst>
        <pc:spChg chg="mod">
          <ac:chgData name="Joseph Steven Hohlier" userId="e85c8368-c681-4cb5-b62c-726d1754f1ef" providerId="ADAL" clId="{1DC96D59-D1C6-4DE2-AD31-258A42A47638}" dt="2026-03-18T14:53:09.840" v="674"/>
          <ac:spMkLst>
            <pc:docMk/>
            <pc:sldMk cId="3164771188" sldId="2147375727"/>
            <ac:spMk id="1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3:09.840" v="675"/>
          <ac:spMkLst>
            <pc:docMk/>
            <pc:sldMk cId="3164771188" sldId="2147375727"/>
            <ac:spMk id="2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3:09.842" v="677"/>
          <ac:spMkLst>
            <pc:docMk/>
            <pc:sldMk cId="3164771188" sldId="2147375727"/>
            <ac:spMk id="3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3:09.846" v="679"/>
          <ac:spMkLst>
            <pc:docMk/>
            <pc:sldMk cId="3164771188" sldId="2147375727"/>
            <ac:spMk id="4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3:09.847" v="680"/>
          <ac:spMkLst>
            <pc:docMk/>
            <pc:sldMk cId="3164771188" sldId="2147375727"/>
            <ac:spMk id="5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3:09.849" v="682"/>
          <ac:spMkLst>
            <pc:docMk/>
            <pc:sldMk cId="3164771188" sldId="2147375727"/>
            <ac:spMk id="6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3:09.851" v="683"/>
          <ac:spMkLst>
            <pc:docMk/>
            <pc:sldMk cId="3164771188" sldId="2147375727"/>
            <ac:spMk id="7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4:53:09.851" v="684"/>
          <ac:spMkLst>
            <pc:docMk/>
            <pc:sldMk cId="3164771188" sldId="2147375727"/>
            <ac:spMk id="802" creationId="{00000000-0000-0000-0000-000000000000}"/>
          </ac:spMkLst>
        </pc:spChg>
      </pc:sldChg>
      <pc:sldChg chg="delSp modSp add mod">
        <pc:chgData name="Joseph Steven Hohlier" userId="e85c8368-c681-4cb5-b62c-726d1754f1ef" providerId="ADAL" clId="{1DC96D59-D1C6-4DE2-AD31-258A42A47638}" dt="2026-03-18T19:38:33.157" v="907" actId="403"/>
        <pc:sldMkLst>
          <pc:docMk/>
          <pc:sldMk cId="900790117" sldId="2147375728"/>
        </pc:sldMkLst>
        <pc:spChg chg="del">
          <ac:chgData name="Joseph Steven Hohlier" userId="e85c8368-c681-4cb5-b62c-726d1754f1ef" providerId="ADAL" clId="{1DC96D59-D1C6-4DE2-AD31-258A42A47638}" dt="2026-03-18T19:37:09.096" v="839" actId="478"/>
          <ac:spMkLst>
            <pc:docMk/>
            <pc:sldMk cId="900790117" sldId="2147375728"/>
            <ac:spMk id="101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37:09.096" v="839" actId="478"/>
          <ac:spMkLst>
            <pc:docMk/>
            <pc:sldMk cId="900790117" sldId="2147375728"/>
            <ac:spMk id="102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37:09.096" v="839" actId="478"/>
          <ac:spMkLst>
            <pc:docMk/>
            <pc:sldMk cId="900790117" sldId="2147375728"/>
            <ac:spMk id="201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37:09.096" v="839" actId="478"/>
          <ac:spMkLst>
            <pc:docMk/>
            <pc:sldMk cId="900790117" sldId="2147375728"/>
            <ac:spMk id="202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37:09.096" v="839" actId="478"/>
          <ac:spMkLst>
            <pc:docMk/>
            <pc:sldMk cId="900790117" sldId="2147375728"/>
            <ac:spMk id="301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37:09.096" v="839" actId="478"/>
          <ac:spMkLst>
            <pc:docMk/>
            <pc:sldMk cId="900790117" sldId="2147375728"/>
            <ac:spMk id="302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8T19:37:09.096" v="839" actId="478"/>
          <ac:spMkLst>
            <pc:docMk/>
            <pc:sldMk cId="900790117" sldId="2147375728"/>
            <ac:spMk id="401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37:09.096" v="839" actId="478"/>
          <ac:spMkLst>
            <pc:docMk/>
            <pc:sldMk cId="900790117" sldId="2147375728"/>
            <ac:spMk id="4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38:33.157" v="907" actId="403"/>
          <ac:spMkLst>
            <pc:docMk/>
            <pc:sldMk cId="900790117" sldId="2147375728"/>
            <ac:spMk id="5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38:26.782" v="905" actId="403"/>
          <ac:spMkLst>
            <pc:docMk/>
            <pc:sldMk cId="900790117" sldId="2147375728"/>
            <ac:spMk id="5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38:33.157" v="907" actId="403"/>
          <ac:spMkLst>
            <pc:docMk/>
            <pc:sldMk cId="900790117" sldId="2147375728"/>
            <ac:spMk id="6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38:26.782" v="905" actId="403"/>
          <ac:spMkLst>
            <pc:docMk/>
            <pc:sldMk cId="900790117" sldId="2147375728"/>
            <ac:spMk id="6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38:33.157" v="907" actId="403"/>
          <ac:spMkLst>
            <pc:docMk/>
            <pc:sldMk cId="900790117" sldId="2147375728"/>
            <ac:spMk id="7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38:26.782" v="905" actId="403"/>
          <ac:spMkLst>
            <pc:docMk/>
            <pc:sldMk cId="900790117" sldId="2147375728"/>
            <ac:spMk id="70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38:33.157" v="907" actId="403"/>
          <ac:spMkLst>
            <pc:docMk/>
            <pc:sldMk cId="900790117" sldId="2147375728"/>
            <ac:spMk id="80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9:38:26.782" v="905" actId="403"/>
          <ac:spMkLst>
            <pc:docMk/>
            <pc:sldMk cId="900790117" sldId="2147375728"/>
            <ac:spMk id="802" creationId="{00000000-0000-0000-0000-000000000000}"/>
          </ac:spMkLst>
        </pc:spChg>
        <pc:spChg chg="del mod">
          <ac:chgData name="Joseph Steven Hohlier" userId="e85c8368-c681-4cb5-b62c-726d1754f1ef" providerId="ADAL" clId="{1DC96D59-D1C6-4DE2-AD31-258A42A47638}" dt="2026-03-18T19:38:15.968" v="902" actId="478"/>
          <ac:spMkLst>
            <pc:docMk/>
            <pc:sldMk cId="900790117" sldId="2147375728"/>
            <ac:spMk id="900" creationId="{00000000-0000-0000-0000-000000000000}"/>
          </ac:spMkLst>
        </pc:spChg>
      </pc:sldChg>
      <pc:sldChg chg="modSp add del mod">
        <pc:chgData name="Joseph Steven Hohlier" userId="e85c8368-c681-4cb5-b62c-726d1754f1ef" providerId="ADAL" clId="{1DC96D59-D1C6-4DE2-AD31-258A42A47638}" dt="2026-03-18T15:28:13.178" v="749"/>
        <pc:sldMkLst>
          <pc:docMk/>
          <pc:sldMk cId="1062567678" sldId="2147375729"/>
        </pc:sldMkLst>
        <pc:spChg chg="mod">
          <ac:chgData name="Joseph Steven Hohlier" userId="e85c8368-c681-4cb5-b62c-726d1754f1ef" providerId="ADAL" clId="{1DC96D59-D1C6-4DE2-AD31-258A42A47638}" dt="2026-03-18T15:28:07.365" v="742"/>
          <ac:spMkLst>
            <pc:docMk/>
            <pc:sldMk cId="1062567678" sldId="2147375729"/>
            <ac:spMk id="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28:07.366" v="745"/>
          <ac:spMkLst>
            <pc:docMk/>
            <pc:sldMk cId="1062567678" sldId="2147375729"/>
            <ac:spMk id="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28:07.367" v="747"/>
          <ac:spMkLst>
            <pc:docMk/>
            <pc:sldMk cId="1062567678" sldId="2147375729"/>
            <ac:spMk id="7" creationId="{00000000-0000-0000-0000-000000000000}"/>
          </ac:spMkLst>
        </pc:spChg>
      </pc:sldChg>
      <pc:sldChg chg="modSp add mod">
        <pc:chgData name="Joseph Steven Hohlier" userId="e85c8368-c681-4cb5-b62c-726d1754f1ef" providerId="ADAL" clId="{1DC96D59-D1C6-4DE2-AD31-258A42A47638}" dt="2026-03-18T15:31:31.047" v="770"/>
        <pc:sldMkLst>
          <pc:docMk/>
          <pc:sldMk cId="1693182787" sldId="2147375730"/>
        </pc:sldMkLst>
        <pc:spChg chg="mod">
          <ac:chgData name="Joseph Steven Hohlier" userId="e85c8368-c681-4cb5-b62c-726d1754f1ef" providerId="ADAL" clId="{1DC96D59-D1C6-4DE2-AD31-258A42A47638}" dt="2026-03-18T15:31:31.037" v="750"/>
          <ac:spMkLst>
            <pc:docMk/>
            <pc:sldMk cId="1693182787" sldId="2147375730"/>
            <ac:spMk id="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37" v="752"/>
          <ac:spMkLst>
            <pc:docMk/>
            <pc:sldMk cId="1693182787" sldId="2147375730"/>
            <ac:spMk id="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37" v="753"/>
          <ac:spMkLst>
            <pc:docMk/>
            <pc:sldMk cId="1693182787" sldId="2147375730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39" v="754"/>
          <ac:spMkLst>
            <pc:docMk/>
            <pc:sldMk cId="1693182787" sldId="2147375730"/>
            <ac:spMk id="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39" v="755"/>
          <ac:spMkLst>
            <pc:docMk/>
            <pc:sldMk cId="1693182787" sldId="2147375730"/>
            <ac:spMk id="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39" v="756"/>
          <ac:spMkLst>
            <pc:docMk/>
            <pc:sldMk cId="1693182787" sldId="2147375730"/>
            <ac:spMk id="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39" v="757"/>
          <ac:spMkLst>
            <pc:docMk/>
            <pc:sldMk cId="1693182787" sldId="2147375730"/>
            <ac:spMk id="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1" v="758"/>
          <ac:spMkLst>
            <pc:docMk/>
            <pc:sldMk cId="1693182787" sldId="2147375730"/>
            <ac:spMk id="1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1" v="759"/>
          <ac:spMkLst>
            <pc:docMk/>
            <pc:sldMk cId="1693182787" sldId="2147375730"/>
            <ac:spMk id="1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2" v="760"/>
          <ac:spMkLst>
            <pc:docMk/>
            <pc:sldMk cId="1693182787" sldId="2147375730"/>
            <ac:spMk id="1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3" v="761"/>
          <ac:spMkLst>
            <pc:docMk/>
            <pc:sldMk cId="1693182787" sldId="2147375730"/>
            <ac:spMk id="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3" v="762"/>
          <ac:spMkLst>
            <pc:docMk/>
            <pc:sldMk cId="1693182787" sldId="2147375730"/>
            <ac:spMk id="1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4" v="763"/>
          <ac:spMkLst>
            <pc:docMk/>
            <pc:sldMk cId="1693182787" sldId="2147375730"/>
            <ac:spMk id="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4" v="764"/>
          <ac:spMkLst>
            <pc:docMk/>
            <pc:sldMk cId="1693182787" sldId="2147375730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5" v="765"/>
          <ac:spMkLst>
            <pc:docMk/>
            <pc:sldMk cId="1693182787" sldId="2147375730"/>
            <ac:spMk id="1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5" v="766"/>
          <ac:spMkLst>
            <pc:docMk/>
            <pc:sldMk cId="1693182787" sldId="2147375730"/>
            <ac:spMk id="1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5" v="767"/>
          <ac:spMkLst>
            <pc:docMk/>
            <pc:sldMk cId="1693182787" sldId="2147375730"/>
            <ac:spMk id="2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7" v="768"/>
          <ac:spMkLst>
            <pc:docMk/>
            <pc:sldMk cId="1693182787" sldId="2147375730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7" v="769"/>
          <ac:spMkLst>
            <pc:docMk/>
            <pc:sldMk cId="1693182787" sldId="2147375730"/>
            <ac:spMk id="2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15:31:31.047" v="770"/>
          <ac:spMkLst>
            <pc:docMk/>
            <pc:sldMk cId="1693182787" sldId="2147375730"/>
            <ac:spMk id="23" creationId="{00000000-0000-0000-0000-000000000000}"/>
          </ac:spMkLst>
        </pc:spChg>
      </pc:sldChg>
      <pc:sldChg chg="add">
        <pc:chgData name="Joseph Steven Hohlier" userId="e85c8368-c681-4cb5-b62c-726d1754f1ef" providerId="ADAL" clId="{1DC96D59-D1C6-4DE2-AD31-258A42A47638}" dt="2026-03-18T15:34:07.427" v="825"/>
        <pc:sldMkLst>
          <pc:docMk/>
          <pc:sldMk cId="3256463928" sldId="2147375731"/>
        </pc:sldMkLst>
      </pc:sldChg>
      <pc:sldChg chg="modSp del mod">
        <pc:chgData name="Joseph Steven Hohlier" userId="e85c8368-c681-4cb5-b62c-726d1754f1ef" providerId="ADAL" clId="{1DC96D59-D1C6-4DE2-AD31-258A42A47638}" dt="2026-03-18T20:03:54.790" v="1426"/>
        <pc:sldMkLst>
          <pc:docMk/>
          <pc:sldMk cId="53613066" sldId="2147375732"/>
        </pc:sldMkLst>
        <pc:spChg chg="mod">
          <ac:chgData name="Joseph Steven Hohlier" userId="e85c8368-c681-4cb5-b62c-726d1754f1ef" providerId="ADAL" clId="{1DC96D59-D1C6-4DE2-AD31-258A42A47638}" dt="2026-03-18T20:03:17.870" v="1359"/>
          <ac:spMkLst>
            <pc:docMk/>
            <pc:sldMk cId="53613066" sldId="2147375732"/>
            <ac:spMk id="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886" v="1363"/>
          <ac:spMkLst>
            <pc:docMk/>
            <pc:sldMk cId="53613066" sldId="2147375732"/>
            <ac:spMk id="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886" v="1367"/>
          <ac:spMkLst>
            <pc:docMk/>
            <pc:sldMk cId="53613066" sldId="2147375732"/>
            <ac:spMk id="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899" v="1369"/>
          <ac:spMkLst>
            <pc:docMk/>
            <pc:sldMk cId="53613066" sldId="2147375732"/>
            <ac:spMk id="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5" v="1374"/>
          <ac:spMkLst>
            <pc:docMk/>
            <pc:sldMk cId="53613066" sldId="2147375732"/>
            <ac:spMk id="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9" v="1378"/>
          <ac:spMkLst>
            <pc:docMk/>
            <pc:sldMk cId="53613066" sldId="2147375732"/>
            <ac:spMk id="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9" v="1380"/>
          <ac:spMkLst>
            <pc:docMk/>
            <pc:sldMk cId="53613066" sldId="2147375732"/>
            <ac:spMk id="1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9" v="1382"/>
          <ac:spMkLst>
            <pc:docMk/>
            <pc:sldMk cId="53613066" sldId="2147375732"/>
            <ac:spMk id="1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9" v="1384"/>
          <ac:spMkLst>
            <pc:docMk/>
            <pc:sldMk cId="53613066" sldId="2147375732"/>
            <ac:spMk id="1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9" v="1386"/>
          <ac:spMkLst>
            <pc:docMk/>
            <pc:sldMk cId="53613066" sldId="2147375732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9" v="1388"/>
          <ac:spMkLst>
            <pc:docMk/>
            <pc:sldMk cId="53613066" sldId="2147375732"/>
            <ac:spMk id="1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9" v="1390"/>
          <ac:spMkLst>
            <pc:docMk/>
            <pc:sldMk cId="53613066" sldId="2147375732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29" v="1392"/>
          <ac:spMkLst>
            <pc:docMk/>
            <pc:sldMk cId="53613066" sldId="2147375732"/>
            <ac:spMk id="2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899" v="1371"/>
          <ac:spMkLst>
            <pc:docMk/>
            <pc:sldMk cId="53613066" sldId="2147375732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5" v="1375"/>
          <ac:spMkLst>
            <pc:docMk/>
            <pc:sldMk cId="53613066" sldId="2147375732"/>
            <ac:spMk id="2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1" v="1394"/>
          <ac:spMkLst>
            <pc:docMk/>
            <pc:sldMk cId="53613066" sldId="2147375732"/>
            <ac:spMk id="2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1" v="1396"/>
          <ac:spMkLst>
            <pc:docMk/>
            <pc:sldMk cId="53613066" sldId="2147375732"/>
            <ac:spMk id="3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1" v="1398"/>
          <ac:spMkLst>
            <pc:docMk/>
            <pc:sldMk cId="53613066" sldId="2147375732"/>
            <ac:spMk id="3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1" v="1400"/>
          <ac:spMkLst>
            <pc:docMk/>
            <pc:sldMk cId="53613066" sldId="2147375732"/>
            <ac:spMk id="3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6" v="1402"/>
          <ac:spMkLst>
            <pc:docMk/>
            <pc:sldMk cId="53613066" sldId="2147375732"/>
            <ac:spMk id="3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6" v="1404"/>
          <ac:spMkLst>
            <pc:docMk/>
            <pc:sldMk cId="53613066" sldId="2147375732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6" v="1406"/>
          <ac:spMkLst>
            <pc:docMk/>
            <pc:sldMk cId="53613066" sldId="2147375732"/>
            <ac:spMk id="4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6" v="1408"/>
          <ac:spMkLst>
            <pc:docMk/>
            <pc:sldMk cId="53613066" sldId="2147375732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899" v="1373"/>
          <ac:spMkLst>
            <pc:docMk/>
            <pc:sldMk cId="53613066" sldId="2147375732"/>
            <ac:spMk id="4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15" v="1376"/>
          <ac:spMkLst>
            <pc:docMk/>
            <pc:sldMk cId="53613066" sldId="2147375732"/>
            <ac:spMk id="4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6" v="1410"/>
          <ac:spMkLst>
            <pc:docMk/>
            <pc:sldMk cId="53613066" sldId="2147375732"/>
            <ac:spMk id="4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36" v="1412"/>
          <ac:spMkLst>
            <pc:docMk/>
            <pc:sldMk cId="53613066" sldId="2147375732"/>
            <ac:spMk id="5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47" v="1414"/>
          <ac:spMkLst>
            <pc:docMk/>
            <pc:sldMk cId="53613066" sldId="2147375732"/>
            <ac:spMk id="5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47" v="1416"/>
          <ac:spMkLst>
            <pc:docMk/>
            <pc:sldMk cId="53613066" sldId="2147375732"/>
            <ac:spMk id="5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47" v="1418"/>
          <ac:spMkLst>
            <pc:docMk/>
            <pc:sldMk cId="53613066" sldId="2147375732"/>
            <ac:spMk id="5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47" v="1420"/>
          <ac:spMkLst>
            <pc:docMk/>
            <pc:sldMk cId="53613066" sldId="2147375732"/>
            <ac:spMk id="5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55" v="1422"/>
          <ac:spMkLst>
            <pc:docMk/>
            <pc:sldMk cId="53613066" sldId="2147375732"/>
            <ac:spMk id="6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3:17.957" v="1424"/>
          <ac:spMkLst>
            <pc:docMk/>
            <pc:sldMk cId="53613066" sldId="2147375732"/>
            <ac:spMk id="63" creationId="{00000000-0000-0000-0000-000000000000}"/>
          </ac:spMkLst>
        </pc:spChg>
      </pc:sldChg>
      <pc:sldChg chg="delSp modSp add del mod">
        <pc:chgData name="Joseph Steven Hohlier" userId="e85c8368-c681-4cb5-b62c-726d1754f1ef" providerId="ADAL" clId="{1DC96D59-D1C6-4DE2-AD31-258A42A47638}" dt="2026-03-18T19:41:18.992" v="927"/>
        <pc:sldMkLst>
          <pc:docMk/>
          <pc:sldMk cId="2352687117" sldId="2147375734"/>
        </pc:sldMkLst>
        <pc:spChg chg="mod">
          <ac:chgData name="Joseph Steven Hohlier" userId="e85c8368-c681-4cb5-b62c-726d1754f1ef" providerId="ADAL" clId="{1DC96D59-D1C6-4DE2-AD31-258A42A47638}" dt="2026-03-18T19:36:56.938" v="838" actId="20577"/>
          <ac:spMkLst>
            <pc:docMk/>
            <pc:sldMk cId="2352687117" sldId="2147375734"/>
            <ac:spMk id="51" creationId="{2A4BA20F-5BE8-4D07-333E-7CB53455DC68}"/>
          </ac:spMkLst>
        </pc:spChg>
        <pc:spChg chg="mod">
          <ac:chgData name="Joseph Steven Hohlier" userId="e85c8368-c681-4cb5-b62c-726d1754f1ef" providerId="ADAL" clId="{1DC96D59-D1C6-4DE2-AD31-258A42A47638}" dt="2026-03-18T19:39:31.691" v="914" actId="14100"/>
          <ac:spMkLst>
            <pc:docMk/>
            <pc:sldMk cId="2352687117" sldId="2147375734"/>
            <ac:spMk id="101" creationId="{0288DA92-5121-9398-6B96-209E27B589B2}"/>
          </ac:spMkLst>
        </pc:spChg>
        <pc:spChg chg="mod">
          <ac:chgData name="Joseph Steven Hohlier" userId="e85c8368-c681-4cb5-b62c-726d1754f1ef" providerId="ADAL" clId="{1DC96D59-D1C6-4DE2-AD31-258A42A47638}" dt="2026-03-18T19:39:37.698" v="915" actId="1076"/>
          <ac:spMkLst>
            <pc:docMk/>
            <pc:sldMk cId="2352687117" sldId="2147375734"/>
            <ac:spMk id="102" creationId="{EC1B0863-DCF2-CD2C-EDC1-6E90DF989CB7}"/>
          </ac:spMkLst>
        </pc:spChg>
        <pc:spChg chg="mod">
          <ac:chgData name="Joseph Steven Hohlier" userId="e85c8368-c681-4cb5-b62c-726d1754f1ef" providerId="ADAL" clId="{1DC96D59-D1C6-4DE2-AD31-258A42A47638}" dt="2026-03-18T19:39:59.142" v="923" actId="14100"/>
          <ac:spMkLst>
            <pc:docMk/>
            <pc:sldMk cId="2352687117" sldId="2147375734"/>
            <ac:spMk id="201" creationId="{93C60381-5B21-E6CA-F1A0-3E20D374FDD5}"/>
          </ac:spMkLst>
        </pc:spChg>
        <pc:spChg chg="mod">
          <ac:chgData name="Joseph Steven Hohlier" userId="e85c8368-c681-4cb5-b62c-726d1754f1ef" providerId="ADAL" clId="{1DC96D59-D1C6-4DE2-AD31-258A42A47638}" dt="2026-03-18T19:39:49.309" v="919" actId="14100"/>
          <ac:spMkLst>
            <pc:docMk/>
            <pc:sldMk cId="2352687117" sldId="2147375734"/>
            <ac:spMk id="202" creationId="{90F3EBAE-A1D6-54A3-2FA9-434442D78BB5}"/>
          </ac:spMkLst>
        </pc:spChg>
        <pc:spChg chg="mod">
          <ac:chgData name="Joseph Steven Hohlier" userId="e85c8368-c681-4cb5-b62c-726d1754f1ef" providerId="ADAL" clId="{1DC96D59-D1C6-4DE2-AD31-258A42A47638}" dt="2026-03-18T19:40:01.631" v="924" actId="14100"/>
          <ac:spMkLst>
            <pc:docMk/>
            <pc:sldMk cId="2352687117" sldId="2147375734"/>
            <ac:spMk id="301" creationId="{5D8CC4D9-B21A-3EBB-E82B-2ED424B395AB}"/>
          </ac:spMkLst>
        </pc:spChg>
        <pc:spChg chg="mod">
          <ac:chgData name="Joseph Steven Hohlier" userId="e85c8368-c681-4cb5-b62c-726d1754f1ef" providerId="ADAL" clId="{1DC96D59-D1C6-4DE2-AD31-258A42A47638}" dt="2026-03-18T19:39:52.557" v="920" actId="14100"/>
          <ac:spMkLst>
            <pc:docMk/>
            <pc:sldMk cId="2352687117" sldId="2147375734"/>
            <ac:spMk id="302" creationId="{AADA56F6-A46E-2D04-68E2-EC59B7C249A8}"/>
          </ac:spMkLst>
        </pc:spChg>
        <pc:spChg chg="mod">
          <ac:chgData name="Joseph Steven Hohlier" userId="e85c8368-c681-4cb5-b62c-726d1754f1ef" providerId="ADAL" clId="{1DC96D59-D1C6-4DE2-AD31-258A42A47638}" dt="2026-03-18T19:40:03.981" v="925" actId="14100"/>
          <ac:spMkLst>
            <pc:docMk/>
            <pc:sldMk cId="2352687117" sldId="2147375734"/>
            <ac:spMk id="401" creationId="{AB1F9E7B-462C-95E1-124D-150EED3AE68B}"/>
          </ac:spMkLst>
        </pc:spChg>
        <pc:spChg chg="mod">
          <ac:chgData name="Joseph Steven Hohlier" userId="e85c8368-c681-4cb5-b62c-726d1754f1ef" providerId="ADAL" clId="{1DC96D59-D1C6-4DE2-AD31-258A42A47638}" dt="2026-03-18T19:39:54.501" v="921" actId="14100"/>
          <ac:spMkLst>
            <pc:docMk/>
            <pc:sldMk cId="2352687117" sldId="2147375734"/>
            <ac:spMk id="402" creationId="{42AB7FE6-3B27-BA42-2152-F8250795DCA8}"/>
          </ac:spMkLst>
        </pc:spChg>
        <pc:spChg chg="del">
          <ac:chgData name="Joseph Steven Hohlier" userId="e85c8368-c681-4cb5-b62c-726d1754f1ef" providerId="ADAL" clId="{1DC96D59-D1C6-4DE2-AD31-258A42A47638}" dt="2026-03-18T19:38:48.434" v="908" actId="478"/>
          <ac:spMkLst>
            <pc:docMk/>
            <pc:sldMk cId="2352687117" sldId="2147375734"/>
            <ac:spMk id="501" creationId="{C9417A55-9C33-0E29-0EAA-9A7E8E438CC7}"/>
          </ac:spMkLst>
        </pc:spChg>
        <pc:spChg chg="del">
          <ac:chgData name="Joseph Steven Hohlier" userId="e85c8368-c681-4cb5-b62c-726d1754f1ef" providerId="ADAL" clId="{1DC96D59-D1C6-4DE2-AD31-258A42A47638}" dt="2026-03-18T19:38:48.434" v="908" actId="478"/>
          <ac:spMkLst>
            <pc:docMk/>
            <pc:sldMk cId="2352687117" sldId="2147375734"/>
            <ac:spMk id="502" creationId="{70751DF4-AC2F-A530-DAC0-9FB119371BED}"/>
          </ac:spMkLst>
        </pc:spChg>
        <pc:spChg chg="del">
          <ac:chgData name="Joseph Steven Hohlier" userId="e85c8368-c681-4cb5-b62c-726d1754f1ef" providerId="ADAL" clId="{1DC96D59-D1C6-4DE2-AD31-258A42A47638}" dt="2026-03-18T19:38:48.434" v="908" actId="478"/>
          <ac:spMkLst>
            <pc:docMk/>
            <pc:sldMk cId="2352687117" sldId="2147375734"/>
            <ac:spMk id="601" creationId="{A299D0A6-D985-473B-B6E9-5B0C7BA519FB}"/>
          </ac:spMkLst>
        </pc:spChg>
        <pc:spChg chg="del">
          <ac:chgData name="Joseph Steven Hohlier" userId="e85c8368-c681-4cb5-b62c-726d1754f1ef" providerId="ADAL" clId="{1DC96D59-D1C6-4DE2-AD31-258A42A47638}" dt="2026-03-18T19:38:48.434" v="908" actId="478"/>
          <ac:spMkLst>
            <pc:docMk/>
            <pc:sldMk cId="2352687117" sldId="2147375734"/>
            <ac:spMk id="602" creationId="{7A895411-23A2-35F7-F511-4930C2665BF9}"/>
          </ac:spMkLst>
        </pc:spChg>
        <pc:spChg chg="del">
          <ac:chgData name="Joseph Steven Hohlier" userId="e85c8368-c681-4cb5-b62c-726d1754f1ef" providerId="ADAL" clId="{1DC96D59-D1C6-4DE2-AD31-258A42A47638}" dt="2026-03-18T19:38:48.434" v="908" actId="478"/>
          <ac:spMkLst>
            <pc:docMk/>
            <pc:sldMk cId="2352687117" sldId="2147375734"/>
            <ac:spMk id="701" creationId="{2C3E26CA-0425-6DEB-BA70-46BC9C05DF18}"/>
          </ac:spMkLst>
        </pc:spChg>
        <pc:spChg chg="del">
          <ac:chgData name="Joseph Steven Hohlier" userId="e85c8368-c681-4cb5-b62c-726d1754f1ef" providerId="ADAL" clId="{1DC96D59-D1C6-4DE2-AD31-258A42A47638}" dt="2026-03-18T19:38:48.434" v="908" actId="478"/>
          <ac:spMkLst>
            <pc:docMk/>
            <pc:sldMk cId="2352687117" sldId="2147375734"/>
            <ac:spMk id="702" creationId="{D45081AD-77E8-FA84-15AF-8495DA786F93}"/>
          </ac:spMkLst>
        </pc:spChg>
        <pc:spChg chg="del">
          <ac:chgData name="Joseph Steven Hohlier" userId="e85c8368-c681-4cb5-b62c-726d1754f1ef" providerId="ADAL" clId="{1DC96D59-D1C6-4DE2-AD31-258A42A47638}" dt="2026-03-18T19:38:48.434" v="908" actId="478"/>
          <ac:spMkLst>
            <pc:docMk/>
            <pc:sldMk cId="2352687117" sldId="2147375734"/>
            <ac:spMk id="801" creationId="{8B7B19DD-636A-4429-9B26-A11AB976B19E}"/>
          </ac:spMkLst>
        </pc:spChg>
        <pc:spChg chg="del">
          <ac:chgData name="Joseph Steven Hohlier" userId="e85c8368-c681-4cb5-b62c-726d1754f1ef" providerId="ADAL" clId="{1DC96D59-D1C6-4DE2-AD31-258A42A47638}" dt="2026-03-18T19:38:48.434" v="908" actId="478"/>
          <ac:spMkLst>
            <pc:docMk/>
            <pc:sldMk cId="2352687117" sldId="2147375734"/>
            <ac:spMk id="802" creationId="{4710C958-70F2-69F9-3039-32FF9835B0DB}"/>
          </ac:spMkLst>
        </pc:spChg>
        <pc:spChg chg="del">
          <ac:chgData name="Joseph Steven Hohlier" userId="e85c8368-c681-4cb5-b62c-726d1754f1ef" providerId="ADAL" clId="{1DC96D59-D1C6-4DE2-AD31-258A42A47638}" dt="2026-03-18T19:38:48.434" v="908" actId="478"/>
          <ac:spMkLst>
            <pc:docMk/>
            <pc:sldMk cId="2352687117" sldId="2147375734"/>
            <ac:spMk id="900" creationId="{D620E5ED-C4CC-F0BC-25F2-660144AEB7B8}"/>
          </ac:spMkLst>
        </pc:spChg>
      </pc:sldChg>
      <pc:sldChg chg="modSp add mod">
        <pc:chgData name="Joseph Steven Hohlier" userId="e85c8368-c681-4cb5-b62c-726d1754f1ef" providerId="ADAL" clId="{1DC96D59-D1C6-4DE2-AD31-258A42A47638}" dt="2026-03-18T19:45:00.255" v="972"/>
        <pc:sldMkLst>
          <pc:docMk/>
          <pc:sldMk cId="2880410834" sldId="2147375735"/>
        </pc:sldMkLst>
        <pc:spChg chg="mod">
          <ac:chgData name="Joseph Steven Hohlier" userId="e85c8368-c681-4cb5-b62c-726d1754f1ef" providerId="ADAL" clId="{1DC96D59-D1C6-4DE2-AD31-258A42A47638}" dt="2026-03-18T19:45:00.250" v="958"/>
          <ac:spMkLst>
            <pc:docMk/>
            <pc:sldMk cId="2880410834" sldId="2147375735"/>
            <ac:spMk id="101" creationId="{0288DA92-5121-9398-6B96-209E27B589B2}"/>
          </ac:spMkLst>
        </pc:spChg>
        <pc:spChg chg="mod">
          <ac:chgData name="Joseph Steven Hohlier" userId="e85c8368-c681-4cb5-b62c-726d1754f1ef" providerId="ADAL" clId="{1DC96D59-D1C6-4DE2-AD31-258A42A47638}" dt="2026-03-18T19:45:00.250" v="960"/>
          <ac:spMkLst>
            <pc:docMk/>
            <pc:sldMk cId="2880410834" sldId="2147375735"/>
            <ac:spMk id="102" creationId="{EC1B0863-DCF2-CD2C-EDC1-6E90DF989CB7}"/>
          </ac:spMkLst>
        </pc:spChg>
        <pc:spChg chg="mod">
          <ac:chgData name="Joseph Steven Hohlier" userId="e85c8368-c681-4cb5-b62c-726d1754f1ef" providerId="ADAL" clId="{1DC96D59-D1C6-4DE2-AD31-258A42A47638}" dt="2026-03-18T19:45:00.255" v="962"/>
          <ac:spMkLst>
            <pc:docMk/>
            <pc:sldMk cId="2880410834" sldId="2147375735"/>
            <ac:spMk id="201" creationId="{93C60381-5B21-E6CA-F1A0-3E20D374FDD5}"/>
          </ac:spMkLst>
        </pc:spChg>
        <pc:spChg chg="mod">
          <ac:chgData name="Joseph Steven Hohlier" userId="e85c8368-c681-4cb5-b62c-726d1754f1ef" providerId="ADAL" clId="{1DC96D59-D1C6-4DE2-AD31-258A42A47638}" dt="2026-03-18T19:45:00.255" v="964"/>
          <ac:spMkLst>
            <pc:docMk/>
            <pc:sldMk cId="2880410834" sldId="2147375735"/>
            <ac:spMk id="202" creationId="{90F3EBAE-A1D6-54A3-2FA9-434442D78BB5}"/>
          </ac:spMkLst>
        </pc:spChg>
        <pc:spChg chg="mod">
          <ac:chgData name="Joseph Steven Hohlier" userId="e85c8368-c681-4cb5-b62c-726d1754f1ef" providerId="ADAL" clId="{1DC96D59-D1C6-4DE2-AD31-258A42A47638}" dt="2026-03-18T19:45:00.255" v="966"/>
          <ac:spMkLst>
            <pc:docMk/>
            <pc:sldMk cId="2880410834" sldId="2147375735"/>
            <ac:spMk id="301" creationId="{5D8CC4D9-B21A-3EBB-E82B-2ED424B395AB}"/>
          </ac:spMkLst>
        </pc:spChg>
        <pc:spChg chg="mod">
          <ac:chgData name="Joseph Steven Hohlier" userId="e85c8368-c681-4cb5-b62c-726d1754f1ef" providerId="ADAL" clId="{1DC96D59-D1C6-4DE2-AD31-258A42A47638}" dt="2026-03-18T19:45:00.255" v="968"/>
          <ac:spMkLst>
            <pc:docMk/>
            <pc:sldMk cId="2880410834" sldId="2147375735"/>
            <ac:spMk id="302" creationId="{AADA56F6-A46E-2D04-68E2-EC59B7C249A8}"/>
          </ac:spMkLst>
        </pc:spChg>
        <pc:spChg chg="mod">
          <ac:chgData name="Joseph Steven Hohlier" userId="e85c8368-c681-4cb5-b62c-726d1754f1ef" providerId="ADAL" clId="{1DC96D59-D1C6-4DE2-AD31-258A42A47638}" dt="2026-03-18T19:45:00.255" v="970"/>
          <ac:spMkLst>
            <pc:docMk/>
            <pc:sldMk cId="2880410834" sldId="2147375735"/>
            <ac:spMk id="401" creationId="{AB1F9E7B-462C-95E1-124D-150EED3AE68B}"/>
          </ac:spMkLst>
        </pc:spChg>
        <pc:spChg chg="mod">
          <ac:chgData name="Joseph Steven Hohlier" userId="e85c8368-c681-4cb5-b62c-726d1754f1ef" providerId="ADAL" clId="{1DC96D59-D1C6-4DE2-AD31-258A42A47638}" dt="2026-03-18T19:45:00.255" v="972"/>
          <ac:spMkLst>
            <pc:docMk/>
            <pc:sldMk cId="2880410834" sldId="2147375735"/>
            <ac:spMk id="402" creationId="{42AB7FE6-3B27-BA42-2152-F8250795DCA8}"/>
          </ac:spMkLst>
        </pc:spChg>
      </pc:sldChg>
      <pc:sldChg chg="add">
        <pc:chgData name="Joseph Steven Hohlier" userId="e85c8368-c681-4cb5-b62c-726d1754f1ef" providerId="ADAL" clId="{1DC96D59-D1C6-4DE2-AD31-258A42A47638}" dt="2026-03-18T19:46:38.828" v="973"/>
        <pc:sldMkLst>
          <pc:docMk/>
          <pc:sldMk cId="1023639673" sldId="2147375736"/>
        </pc:sldMkLst>
      </pc:sldChg>
      <pc:sldChg chg="add">
        <pc:chgData name="Joseph Steven Hohlier" userId="e85c8368-c681-4cb5-b62c-726d1754f1ef" providerId="ADAL" clId="{1DC96D59-D1C6-4DE2-AD31-258A42A47638}" dt="2026-03-18T19:46:50.820" v="975"/>
        <pc:sldMkLst>
          <pc:docMk/>
          <pc:sldMk cId="3468507083" sldId="2147375737"/>
        </pc:sldMkLst>
      </pc:sldChg>
      <pc:sldChg chg="add">
        <pc:chgData name="Joseph Steven Hohlier" userId="e85c8368-c681-4cb5-b62c-726d1754f1ef" providerId="ADAL" clId="{1DC96D59-D1C6-4DE2-AD31-258A42A47638}" dt="2026-03-18T19:47:00.978" v="977"/>
        <pc:sldMkLst>
          <pc:docMk/>
          <pc:sldMk cId="2356191871" sldId="2147375738"/>
        </pc:sldMkLst>
      </pc:sldChg>
      <pc:sldChg chg="add">
        <pc:chgData name="Joseph Steven Hohlier" userId="e85c8368-c681-4cb5-b62c-726d1754f1ef" providerId="ADAL" clId="{1DC96D59-D1C6-4DE2-AD31-258A42A47638}" dt="2026-03-18T19:47:11.191" v="979"/>
        <pc:sldMkLst>
          <pc:docMk/>
          <pc:sldMk cId="4095383750" sldId="2147375739"/>
        </pc:sldMkLst>
      </pc:sldChg>
      <pc:sldChg chg="add">
        <pc:chgData name="Joseph Steven Hohlier" userId="e85c8368-c681-4cb5-b62c-726d1754f1ef" providerId="ADAL" clId="{1DC96D59-D1C6-4DE2-AD31-258A42A47638}" dt="2026-03-18T19:47:21.481" v="981"/>
        <pc:sldMkLst>
          <pc:docMk/>
          <pc:sldMk cId="3556480158" sldId="2147375740"/>
        </pc:sldMkLst>
      </pc:sldChg>
      <pc:sldChg chg="add">
        <pc:chgData name="Joseph Steven Hohlier" userId="e85c8368-c681-4cb5-b62c-726d1754f1ef" providerId="ADAL" clId="{1DC96D59-D1C6-4DE2-AD31-258A42A47638}" dt="2026-03-18T19:47:31.243" v="983"/>
        <pc:sldMkLst>
          <pc:docMk/>
          <pc:sldMk cId="3286316629" sldId="2147375741"/>
        </pc:sldMkLst>
      </pc:sldChg>
      <pc:sldChg chg="add">
        <pc:chgData name="Joseph Steven Hohlier" userId="e85c8368-c681-4cb5-b62c-726d1754f1ef" providerId="ADAL" clId="{1DC96D59-D1C6-4DE2-AD31-258A42A47638}" dt="2026-03-18T19:47:41.083" v="985"/>
        <pc:sldMkLst>
          <pc:docMk/>
          <pc:sldMk cId="617410768" sldId="2147375742"/>
        </pc:sldMkLst>
      </pc:sldChg>
      <pc:sldChg chg="modSp add del mod">
        <pc:chgData name="Joseph Steven Hohlier" userId="e85c8368-c681-4cb5-b62c-726d1754f1ef" providerId="ADAL" clId="{1DC96D59-D1C6-4DE2-AD31-258A42A47638}" dt="2026-03-18T20:05:24.923" v="1539"/>
        <pc:sldMkLst>
          <pc:docMk/>
          <pc:sldMk cId="219405757" sldId="2147375743"/>
        </pc:sldMkLst>
        <pc:spChg chg="mod">
          <ac:chgData name="Joseph Steven Hohlier" userId="e85c8368-c681-4cb5-b62c-726d1754f1ef" providerId="ADAL" clId="{1DC96D59-D1C6-4DE2-AD31-258A42A47638}" dt="2026-03-18T20:04:05.619" v="1427"/>
          <ac:spMkLst>
            <pc:docMk/>
            <pc:sldMk cId="219405757" sldId="2147375743"/>
            <ac:spMk id="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05.623" v="1428"/>
          <ac:spMkLst>
            <pc:docMk/>
            <pc:sldMk cId="219405757" sldId="2147375743"/>
            <ac:spMk id="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05.623" v="1429"/>
          <ac:spMkLst>
            <pc:docMk/>
            <pc:sldMk cId="219405757" sldId="2147375743"/>
            <ac:spMk id="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14" v="1487"/>
          <ac:spMkLst>
            <pc:docMk/>
            <pc:sldMk cId="219405757" sldId="2147375743"/>
            <ac:spMk id="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14" v="1490"/>
          <ac:spMkLst>
            <pc:docMk/>
            <pc:sldMk cId="219405757" sldId="2147375743"/>
            <ac:spMk id="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14" v="1491"/>
          <ac:spMkLst>
            <pc:docMk/>
            <pc:sldMk cId="219405757" sldId="2147375743"/>
            <ac:spMk id="1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496"/>
          <ac:spMkLst>
            <pc:docMk/>
            <pc:sldMk cId="219405757" sldId="2147375743"/>
            <ac:spMk id="1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497"/>
          <ac:spMkLst>
            <pc:docMk/>
            <pc:sldMk cId="219405757" sldId="2147375743"/>
            <ac:spMk id="1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2"/>
          <ac:spMkLst>
            <pc:docMk/>
            <pc:sldMk cId="219405757" sldId="2147375743"/>
            <ac:spMk id="1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3"/>
          <ac:spMkLst>
            <pc:docMk/>
            <pc:sldMk cId="219405757" sldId="2147375743"/>
            <ac:spMk id="1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8"/>
          <ac:spMkLst>
            <pc:docMk/>
            <pc:sldMk cId="219405757" sldId="2147375743"/>
            <ac:spMk id="1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9"/>
          <ac:spMkLst>
            <pc:docMk/>
            <pc:sldMk cId="219405757" sldId="2147375743"/>
            <ac:spMk id="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14"/>
          <ac:spMkLst>
            <pc:docMk/>
            <pc:sldMk cId="219405757" sldId="2147375743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15"/>
          <ac:spMkLst>
            <pc:docMk/>
            <pc:sldMk cId="219405757" sldId="2147375743"/>
            <ac:spMk id="1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45" v="1520"/>
          <ac:spMkLst>
            <pc:docMk/>
            <pc:sldMk cId="219405757" sldId="2147375743"/>
            <ac:spMk id="1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49" v="1521"/>
          <ac:spMkLst>
            <pc:docMk/>
            <pc:sldMk cId="219405757" sldId="2147375743"/>
            <ac:spMk id="2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55" v="1526"/>
          <ac:spMkLst>
            <pc:docMk/>
            <pc:sldMk cId="219405757" sldId="2147375743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55" v="1527"/>
          <ac:spMkLst>
            <pc:docMk/>
            <pc:sldMk cId="219405757" sldId="2147375743"/>
            <ac:spMk id="2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67" v="1532"/>
          <ac:spMkLst>
            <pc:docMk/>
            <pc:sldMk cId="219405757" sldId="2147375743"/>
            <ac:spMk id="2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69" v="1533"/>
          <ac:spMkLst>
            <pc:docMk/>
            <pc:sldMk cId="219405757" sldId="2147375743"/>
            <ac:spMk id="2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05.635" v="1447"/>
          <ac:spMkLst>
            <pc:docMk/>
            <pc:sldMk cId="219405757" sldId="2147375743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05.635" v="1448"/>
          <ac:spMkLst>
            <pc:docMk/>
            <pc:sldMk cId="219405757" sldId="2147375743"/>
            <ac:spMk id="2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05.635" v="1449"/>
          <ac:spMkLst>
            <pc:docMk/>
            <pc:sldMk cId="219405757" sldId="2147375743"/>
            <ac:spMk id="2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14" v="1488"/>
          <ac:spMkLst>
            <pc:docMk/>
            <pc:sldMk cId="219405757" sldId="2147375743"/>
            <ac:spMk id="2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14" v="1492"/>
          <ac:spMkLst>
            <pc:docMk/>
            <pc:sldMk cId="219405757" sldId="2147375743"/>
            <ac:spMk id="2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29" v="1493"/>
          <ac:spMkLst>
            <pc:docMk/>
            <pc:sldMk cId="219405757" sldId="2147375743"/>
            <ac:spMk id="3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498"/>
          <ac:spMkLst>
            <pc:docMk/>
            <pc:sldMk cId="219405757" sldId="2147375743"/>
            <ac:spMk id="3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499"/>
          <ac:spMkLst>
            <pc:docMk/>
            <pc:sldMk cId="219405757" sldId="2147375743"/>
            <ac:spMk id="3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4"/>
          <ac:spMkLst>
            <pc:docMk/>
            <pc:sldMk cId="219405757" sldId="2147375743"/>
            <ac:spMk id="3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5"/>
          <ac:spMkLst>
            <pc:docMk/>
            <pc:sldMk cId="219405757" sldId="2147375743"/>
            <ac:spMk id="3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10"/>
          <ac:spMkLst>
            <pc:docMk/>
            <pc:sldMk cId="219405757" sldId="2147375743"/>
            <ac:spMk id="3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11"/>
          <ac:spMkLst>
            <pc:docMk/>
            <pc:sldMk cId="219405757" sldId="2147375743"/>
            <ac:spMk id="3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16"/>
          <ac:spMkLst>
            <pc:docMk/>
            <pc:sldMk cId="219405757" sldId="2147375743"/>
            <ac:spMk id="3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17"/>
          <ac:spMkLst>
            <pc:docMk/>
            <pc:sldMk cId="219405757" sldId="2147375743"/>
            <ac:spMk id="3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51" v="1522"/>
          <ac:spMkLst>
            <pc:docMk/>
            <pc:sldMk cId="219405757" sldId="2147375743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51" v="1523"/>
          <ac:spMkLst>
            <pc:docMk/>
            <pc:sldMk cId="219405757" sldId="2147375743"/>
            <ac:spMk id="4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60" v="1528"/>
          <ac:spMkLst>
            <pc:docMk/>
            <pc:sldMk cId="219405757" sldId="2147375743"/>
            <ac:spMk id="4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61" v="1529"/>
          <ac:spMkLst>
            <pc:docMk/>
            <pc:sldMk cId="219405757" sldId="2147375743"/>
            <ac:spMk id="4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71" v="1534"/>
          <ac:spMkLst>
            <pc:docMk/>
            <pc:sldMk cId="219405757" sldId="2147375743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73" v="1535"/>
          <ac:spMkLst>
            <pc:docMk/>
            <pc:sldMk cId="219405757" sldId="2147375743"/>
            <ac:spMk id="4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05.711" v="1467"/>
          <ac:spMkLst>
            <pc:docMk/>
            <pc:sldMk cId="219405757" sldId="2147375743"/>
            <ac:spMk id="4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05.713" v="1468"/>
          <ac:spMkLst>
            <pc:docMk/>
            <pc:sldMk cId="219405757" sldId="2147375743"/>
            <ac:spMk id="4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05.713" v="1469"/>
          <ac:spMkLst>
            <pc:docMk/>
            <pc:sldMk cId="219405757" sldId="2147375743"/>
            <ac:spMk id="4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14" v="1489"/>
          <ac:spMkLst>
            <pc:docMk/>
            <pc:sldMk cId="219405757" sldId="2147375743"/>
            <ac:spMk id="4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29" v="1494"/>
          <ac:spMkLst>
            <pc:docMk/>
            <pc:sldMk cId="219405757" sldId="2147375743"/>
            <ac:spMk id="4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29" v="1495"/>
          <ac:spMkLst>
            <pc:docMk/>
            <pc:sldMk cId="219405757" sldId="2147375743"/>
            <ac:spMk id="5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0"/>
          <ac:spMkLst>
            <pc:docMk/>
            <pc:sldMk cId="219405757" sldId="2147375743"/>
            <ac:spMk id="5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1"/>
          <ac:spMkLst>
            <pc:docMk/>
            <pc:sldMk cId="219405757" sldId="2147375743"/>
            <ac:spMk id="5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6"/>
          <ac:spMkLst>
            <pc:docMk/>
            <pc:sldMk cId="219405757" sldId="2147375743"/>
            <ac:spMk id="5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07"/>
          <ac:spMkLst>
            <pc:docMk/>
            <pc:sldMk cId="219405757" sldId="2147375743"/>
            <ac:spMk id="5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12"/>
          <ac:spMkLst>
            <pc:docMk/>
            <pc:sldMk cId="219405757" sldId="2147375743"/>
            <ac:spMk id="5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13"/>
          <ac:spMkLst>
            <pc:docMk/>
            <pc:sldMk cId="219405757" sldId="2147375743"/>
            <ac:spMk id="5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31" v="1518"/>
          <ac:spMkLst>
            <pc:docMk/>
            <pc:sldMk cId="219405757" sldId="2147375743"/>
            <ac:spMk id="5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45" v="1519"/>
          <ac:spMkLst>
            <pc:docMk/>
            <pc:sldMk cId="219405757" sldId="2147375743"/>
            <ac:spMk id="5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55" v="1524"/>
          <ac:spMkLst>
            <pc:docMk/>
            <pc:sldMk cId="219405757" sldId="2147375743"/>
            <ac:spMk id="5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55" v="1525"/>
          <ac:spMkLst>
            <pc:docMk/>
            <pc:sldMk cId="219405757" sldId="2147375743"/>
            <ac:spMk id="6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61" v="1530"/>
          <ac:spMkLst>
            <pc:docMk/>
            <pc:sldMk cId="219405757" sldId="2147375743"/>
            <ac:spMk id="6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63" v="1531"/>
          <ac:spMkLst>
            <pc:docMk/>
            <pc:sldMk cId="219405757" sldId="2147375743"/>
            <ac:spMk id="6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73" v="1536"/>
          <ac:spMkLst>
            <pc:docMk/>
            <pc:sldMk cId="219405757" sldId="2147375743"/>
            <ac:spMk id="6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4:53.877" v="1537"/>
          <ac:spMkLst>
            <pc:docMk/>
            <pc:sldMk cId="219405757" sldId="2147375743"/>
            <ac:spMk id="64" creationId="{00000000-0000-0000-0000-000000000000}"/>
          </ac:spMkLst>
        </pc:spChg>
      </pc:sldChg>
      <pc:sldChg chg="modSp add mod">
        <pc:chgData name="Joseph Steven Hohlier" userId="e85c8368-c681-4cb5-b62c-726d1754f1ef" providerId="ADAL" clId="{1DC96D59-D1C6-4DE2-AD31-258A42A47638}" dt="2026-03-18T20:09:32.360" v="1559"/>
        <pc:sldMkLst>
          <pc:docMk/>
          <pc:sldMk cId="127350878" sldId="2147375744"/>
        </pc:sldMkLst>
        <pc:spChg chg="mod">
          <ac:chgData name="Joseph Steven Hohlier" userId="e85c8368-c681-4cb5-b62c-726d1754f1ef" providerId="ADAL" clId="{1DC96D59-D1C6-4DE2-AD31-258A42A47638}" dt="2026-03-18T20:09:32.287" v="1540"/>
          <ac:spMkLst>
            <pc:docMk/>
            <pc:sldMk cId="127350878" sldId="2147375744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287" v="1541"/>
          <ac:spMkLst>
            <pc:docMk/>
            <pc:sldMk cId="127350878" sldId="2147375744"/>
            <ac:spMk id="2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04" v="1542"/>
          <ac:spMkLst>
            <pc:docMk/>
            <pc:sldMk cId="127350878" sldId="2147375744"/>
            <ac:spMk id="2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04" v="1543"/>
          <ac:spMkLst>
            <pc:docMk/>
            <pc:sldMk cId="127350878" sldId="2147375744"/>
            <ac:spMk id="3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11" v="1544"/>
          <ac:spMkLst>
            <pc:docMk/>
            <pc:sldMk cId="127350878" sldId="2147375744"/>
            <ac:spMk id="3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22" v="1545"/>
          <ac:spMkLst>
            <pc:docMk/>
            <pc:sldMk cId="127350878" sldId="2147375744"/>
            <ac:spMk id="3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24" v="1546"/>
          <ac:spMkLst>
            <pc:docMk/>
            <pc:sldMk cId="127350878" sldId="2147375744"/>
            <ac:spMk id="3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25" v="1547"/>
          <ac:spMkLst>
            <pc:docMk/>
            <pc:sldMk cId="127350878" sldId="2147375744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25" v="1548"/>
          <ac:spMkLst>
            <pc:docMk/>
            <pc:sldMk cId="127350878" sldId="2147375744"/>
            <ac:spMk id="4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27" v="1549"/>
          <ac:spMkLst>
            <pc:docMk/>
            <pc:sldMk cId="127350878" sldId="2147375744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29" v="1550"/>
          <ac:spMkLst>
            <pc:docMk/>
            <pc:sldMk cId="127350878" sldId="2147375744"/>
            <ac:spMk id="4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31" v="1551"/>
          <ac:spMkLst>
            <pc:docMk/>
            <pc:sldMk cId="127350878" sldId="2147375744"/>
            <ac:spMk id="4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31" v="1552"/>
          <ac:spMkLst>
            <pc:docMk/>
            <pc:sldMk cId="127350878" sldId="2147375744"/>
            <ac:spMk id="4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36" v="1553"/>
          <ac:spMkLst>
            <pc:docMk/>
            <pc:sldMk cId="127350878" sldId="2147375744"/>
            <ac:spMk id="5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39" v="1554"/>
          <ac:spMkLst>
            <pc:docMk/>
            <pc:sldMk cId="127350878" sldId="2147375744"/>
            <ac:spMk id="5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39" v="1555"/>
          <ac:spMkLst>
            <pc:docMk/>
            <pc:sldMk cId="127350878" sldId="2147375744"/>
            <ac:spMk id="5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50" v="1556"/>
          <ac:spMkLst>
            <pc:docMk/>
            <pc:sldMk cId="127350878" sldId="2147375744"/>
            <ac:spMk id="5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50" v="1557"/>
          <ac:spMkLst>
            <pc:docMk/>
            <pc:sldMk cId="127350878" sldId="2147375744"/>
            <ac:spMk id="5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60" v="1558"/>
          <ac:spMkLst>
            <pc:docMk/>
            <pc:sldMk cId="127350878" sldId="2147375744"/>
            <ac:spMk id="6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8T20:09:32.360" v="1559"/>
          <ac:spMkLst>
            <pc:docMk/>
            <pc:sldMk cId="127350878" sldId="2147375744"/>
            <ac:spMk id="63" creationId="{00000000-0000-0000-0000-000000000000}"/>
          </ac:spMkLst>
        </pc:spChg>
      </pc:sldChg>
      <pc:sldChg chg="delSp add del mod">
        <pc:chgData name="Joseph Steven Hohlier" userId="e85c8368-c681-4cb5-b62c-726d1754f1ef" providerId="ADAL" clId="{1DC96D59-D1C6-4DE2-AD31-258A42A47638}" dt="2026-03-19T11:37:38.694" v="1573"/>
        <pc:sldMkLst>
          <pc:docMk/>
          <pc:sldMk cId="0" sldId="2147375745"/>
        </pc:sldMkLst>
        <pc:spChg chg="del">
          <ac:chgData name="Joseph Steven Hohlier" userId="e85c8368-c681-4cb5-b62c-726d1754f1ef" providerId="ADAL" clId="{1DC96D59-D1C6-4DE2-AD31-258A42A47638}" dt="2026-03-19T11:37:21.656" v="1562"/>
          <ac:spMkLst>
            <pc:docMk/>
            <pc:sldMk cId="0" sldId="2147375745"/>
            <ac:spMk id="5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9T11:37:21.657" v="1563"/>
          <ac:spMkLst>
            <pc:docMk/>
            <pc:sldMk cId="0" sldId="2147375745"/>
            <ac:spMk id="6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9T11:37:21.658" v="1564"/>
          <ac:spMkLst>
            <pc:docMk/>
            <pc:sldMk cId="0" sldId="2147375745"/>
            <ac:spMk id="7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9T11:37:21.658" v="1565"/>
          <ac:spMkLst>
            <pc:docMk/>
            <pc:sldMk cId="0" sldId="2147375745"/>
            <ac:spMk id="8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9T11:37:21.659" v="1566"/>
          <ac:spMkLst>
            <pc:docMk/>
            <pc:sldMk cId="0" sldId="2147375745"/>
            <ac:spMk id="9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9T11:37:21.660" v="1567"/>
          <ac:spMkLst>
            <pc:docMk/>
            <pc:sldMk cId="0" sldId="2147375745"/>
            <ac:spMk id="10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9T11:37:21.660" v="1568"/>
          <ac:spMkLst>
            <pc:docMk/>
            <pc:sldMk cId="0" sldId="2147375745"/>
            <ac:spMk id="11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9T11:37:21.660" v="1569"/>
          <ac:spMkLst>
            <pc:docMk/>
            <pc:sldMk cId="0" sldId="2147375745"/>
            <ac:spMk id="12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9T11:37:21.660" v="1570"/>
          <ac:spMkLst>
            <pc:docMk/>
            <pc:sldMk cId="0" sldId="2147375745"/>
            <ac:spMk id="13" creationId="{00000000-0000-0000-0000-000000000000}"/>
          </ac:spMkLst>
        </pc:spChg>
        <pc:spChg chg="del">
          <ac:chgData name="Joseph Steven Hohlier" userId="e85c8368-c681-4cb5-b62c-726d1754f1ef" providerId="ADAL" clId="{1DC96D59-D1C6-4DE2-AD31-258A42A47638}" dt="2026-03-19T11:37:21.660" v="1571"/>
          <ac:spMkLst>
            <pc:docMk/>
            <pc:sldMk cId="0" sldId="2147375745"/>
            <ac:spMk id="14" creationId="{00000000-0000-0000-0000-000000000000}"/>
          </ac:spMkLst>
        </pc:spChg>
      </pc:sldChg>
      <pc:sldChg chg="add del">
        <pc:chgData name="Joseph Steven Hohlier" userId="e85c8368-c681-4cb5-b62c-726d1754f1ef" providerId="ADAL" clId="{1DC96D59-D1C6-4DE2-AD31-258A42A47638}" dt="2026-03-19T12:04:54.147" v="1715"/>
        <pc:sldMkLst>
          <pc:docMk/>
          <pc:sldMk cId="0" sldId="2147375746"/>
        </pc:sldMkLst>
      </pc:sldChg>
      <pc:sldChg chg="add del">
        <pc:chgData name="Joseph Steven Hohlier" userId="e85c8368-c681-4cb5-b62c-726d1754f1ef" providerId="ADAL" clId="{1DC96D59-D1C6-4DE2-AD31-258A42A47638}" dt="2026-03-19T11:38:26.995" v="1575"/>
        <pc:sldMkLst>
          <pc:docMk/>
          <pc:sldMk cId="2163354317" sldId="2147375747"/>
        </pc:sldMkLst>
      </pc:sldChg>
      <pc:sldChg chg="add del">
        <pc:chgData name="Joseph Steven Hohlier" userId="e85c8368-c681-4cb5-b62c-726d1754f1ef" providerId="ADAL" clId="{1DC96D59-D1C6-4DE2-AD31-258A42A47638}" dt="2026-03-19T11:44:03.462" v="1577"/>
        <pc:sldMkLst>
          <pc:docMk/>
          <pc:sldMk cId="4065934669" sldId="2147375748"/>
        </pc:sldMkLst>
      </pc:sldChg>
      <pc:sldChg chg="modSp add del mod">
        <pc:chgData name="Joseph Steven Hohlier" userId="e85c8368-c681-4cb5-b62c-726d1754f1ef" providerId="ADAL" clId="{1DC96D59-D1C6-4DE2-AD31-258A42A47638}" dt="2026-03-19T11:54:12.670" v="1695"/>
        <pc:sldMkLst>
          <pc:docMk/>
          <pc:sldMk cId="4005152649" sldId="2147375749"/>
        </pc:sldMkLst>
        <pc:spChg chg="mod">
          <ac:chgData name="Joseph Steven Hohlier" userId="e85c8368-c681-4cb5-b62c-726d1754f1ef" providerId="ADAL" clId="{1DC96D59-D1C6-4DE2-AD31-258A42A47638}" dt="2026-03-19T11:46:02.570" v="1579"/>
          <ac:spMkLst>
            <pc:docMk/>
            <pc:sldMk cId="4005152649" sldId="2147375749"/>
            <ac:spMk id="1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71" v="1580"/>
          <ac:spMkLst>
            <pc:docMk/>
            <pc:sldMk cId="4005152649" sldId="2147375749"/>
            <ac:spMk id="1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72" v="1581"/>
          <ac:spMkLst>
            <pc:docMk/>
            <pc:sldMk cId="4005152649" sldId="2147375749"/>
            <ac:spMk id="1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75" v="1583"/>
          <ac:spMkLst>
            <pc:docMk/>
            <pc:sldMk cId="4005152649" sldId="2147375749"/>
            <ac:spMk id="1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77" v="1584"/>
          <ac:spMkLst>
            <pc:docMk/>
            <pc:sldMk cId="4005152649" sldId="2147375749"/>
            <ac:spMk id="1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78" v="1585"/>
          <ac:spMkLst>
            <pc:docMk/>
            <pc:sldMk cId="4005152649" sldId="2147375749"/>
            <ac:spMk id="2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81" v="1586"/>
          <ac:spMkLst>
            <pc:docMk/>
            <pc:sldMk cId="4005152649" sldId="2147375749"/>
            <ac:spMk id="2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85" v="1588"/>
          <ac:spMkLst>
            <pc:docMk/>
            <pc:sldMk cId="4005152649" sldId="2147375749"/>
            <ac:spMk id="2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86" v="1589"/>
          <ac:spMkLst>
            <pc:docMk/>
            <pc:sldMk cId="4005152649" sldId="2147375749"/>
            <ac:spMk id="2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89" v="1590"/>
          <ac:spMkLst>
            <pc:docMk/>
            <pc:sldMk cId="4005152649" sldId="2147375749"/>
            <ac:spMk id="2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90" v="1591"/>
          <ac:spMkLst>
            <pc:docMk/>
            <pc:sldMk cId="4005152649" sldId="2147375749"/>
            <ac:spMk id="2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92" v="1593"/>
          <ac:spMkLst>
            <pc:docMk/>
            <pc:sldMk cId="4005152649" sldId="2147375749"/>
            <ac:spMk id="2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93" v="1594"/>
          <ac:spMkLst>
            <pc:docMk/>
            <pc:sldMk cId="4005152649" sldId="2147375749"/>
            <ac:spMk id="2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94" v="1595"/>
          <ac:spMkLst>
            <pc:docMk/>
            <pc:sldMk cId="4005152649" sldId="2147375749"/>
            <ac:spMk id="2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95" v="1596"/>
          <ac:spMkLst>
            <pc:docMk/>
            <pc:sldMk cId="4005152649" sldId="2147375749"/>
            <ac:spMk id="2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96" v="1598"/>
          <ac:spMkLst>
            <pc:docMk/>
            <pc:sldMk cId="4005152649" sldId="2147375749"/>
            <ac:spMk id="3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598" v="1599"/>
          <ac:spMkLst>
            <pc:docMk/>
            <pc:sldMk cId="4005152649" sldId="2147375749"/>
            <ac:spMk id="3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01" v="1600"/>
          <ac:spMkLst>
            <pc:docMk/>
            <pc:sldMk cId="4005152649" sldId="2147375749"/>
            <ac:spMk id="3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02" v="1601"/>
          <ac:spMkLst>
            <pc:docMk/>
            <pc:sldMk cId="4005152649" sldId="2147375749"/>
            <ac:spMk id="3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05" v="1603"/>
          <ac:spMkLst>
            <pc:docMk/>
            <pc:sldMk cId="4005152649" sldId="2147375749"/>
            <ac:spMk id="3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06" v="1604"/>
          <ac:spMkLst>
            <pc:docMk/>
            <pc:sldMk cId="4005152649" sldId="2147375749"/>
            <ac:spMk id="3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07" v="1605"/>
          <ac:spMkLst>
            <pc:docMk/>
            <pc:sldMk cId="4005152649" sldId="2147375749"/>
            <ac:spMk id="3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07" v="1606"/>
          <ac:spMkLst>
            <pc:docMk/>
            <pc:sldMk cId="4005152649" sldId="2147375749"/>
            <ac:spMk id="3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08" v="1608"/>
          <ac:spMkLst>
            <pc:docMk/>
            <pc:sldMk cId="4005152649" sldId="2147375749"/>
            <ac:spMk id="3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09" v="1609"/>
          <ac:spMkLst>
            <pc:docMk/>
            <pc:sldMk cId="4005152649" sldId="2147375749"/>
            <ac:spMk id="3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10" v="1610"/>
          <ac:spMkLst>
            <pc:docMk/>
            <pc:sldMk cId="4005152649" sldId="2147375749"/>
            <ac:spMk id="4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10" v="1611"/>
          <ac:spMkLst>
            <pc:docMk/>
            <pc:sldMk cId="4005152649" sldId="2147375749"/>
            <ac:spMk id="4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12" v="1613"/>
          <ac:spMkLst>
            <pc:docMk/>
            <pc:sldMk cId="4005152649" sldId="2147375749"/>
            <ac:spMk id="4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14" v="1615"/>
          <ac:spMkLst>
            <pc:docMk/>
            <pc:sldMk cId="4005152649" sldId="2147375749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16" v="1617"/>
          <ac:spMkLst>
            <pc:docMk/>
            <pc:sldMk cId="4005152649" sldId="2147375749"/>
            <ac:spMk id="4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19" v="1619"/>
          <ac:spMkLst>
            <pc:docMk/>
            <pc:sldMk cId="4005152649" sldId="2147375749"/>
            <ac:spMk id="4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21" v="1621"/>
          <ac:spMkLst>
            <pc:docMk/>
            <pc:sldMk cId="4005152649" sldId="2147375749"/>
            <ac:spMk id="4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22" v="1623"/>
          <ac:spMkLst>
            <pc:docMk/>
            <pc:sldMk cId="4005152649" sldId="2147375749"/>
            <ac:spMk id="4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23" v="1625"/>
          <ac:spMkLst>
            <pc:docMk/>
            <pc:sldMk cId="4005152649" sldId="2147375749"/>
            <ac:spMk id="4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24" v="1627"/>
          <ac:spMkLst>
            <pc:docMk/>
            <pc:sldMk cId="4005152649" sldId="2147375749"/>
            <ac:spMk id="4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25" v="1629"/>
          <ac:spMkLst>
            <pc:docMk/>
            <pc:sldMk cId="4005152649" sldId="2147375749"/>
            <ac:spMk id="5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26" v="1631"/>
          <ac:spMkLst>
            <pc:docMk/>
            <pc:sldMk cId="4005152649" sldId="2147375749"/>
            <ac:spMk id="5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27" v="1633"/>
          <ac:spMkLst>
            <pc:docMk/>
            <pc:sldMk cId="4005152649" sldId="2147375749"/>
            <ac:spMk id="5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29" v="1635"/>
          <ac:spMkLst>
            <pc:docMk/>
            <pc:sldMk cId="4005152649" sldId="2147375749"/>
            <ac:spMk id="5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31" v="1637"/>
          <ac:spMkLst>
            <pc:docMk/>
            <pc:sldMk cId="4005152649" sldId="2147375749"/>
            <ac:spMk id="5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33" v="1639"/>
          <ac:spMkLst>
            <pc:docMk/>
            <pc:sldMk cId="4005152649" sldId="2147375749"/>
            <ac:spMk id="5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35" v="1641"/>
          <ac:spMkLst>
            <pc:docMk/>
            <pc:sldMk cId="4005152649" sldId="2147375749"/>
            <ac:spMk id="5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38" v="1643"/>
          <ac:spMkLst>
            <pc:docMk/>
            <pc:sldMk cId="4005152649" sldId="2147375749"/>
            <ac:spMk id="5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40" v="1645"/>
          <ac:spMkLst>
            <pc:docMk/>
            <pc:sldMk cId="4005152649" sldId="2147375749"/>
            <ac:spMk id="5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41" v="1647"/>
          <ac:spMkLst>
            <pc:docMk/>
            <pc:sldMk cId="4005152649" sldId="2147375749"/>
            <ac:spMk id="5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43" v="1649"/>
          <ac:spMkLst>
            <pc:docMk/>
            <pc:sldMk cId="4005152649" sldId="2147375749"/>
            <ac:spMk id="6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44" v="1651"/>
          <ac:spMkLst>
            <pc:docMk/>
            <pc:sldMk cId="4005152649" sldId="2147375749"/>
            <ac:spMk id="6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45" v="1653"/>
          <ac:spMkLst>
            <pc:docMk/>
            <pc:sldMk cId="4005152649" sldId="2147375749"/>
            <ac:spMk id="6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47" v="1655"/>
          <ac:spMkLst>
            <pc:docMk/>
            <pc:sldMk cId="4005152649" sldId="2147375749"/>
            <ac:spMk id="6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50" v="1657"/>
          <ac:spMkLst>
            <pc:docMk/>
            <pc:sldMk cId="4005152649" sldId="2147375749"/>
            <ac:spMk id="6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52" v="1659"/>
          <ac:spMkLst>
            <pc:docMk/>
            <pc:sldMk cId="4005152649" sldId="2147375749"/>
            <ac:spMk id="6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54" v="1661"/>
          <ac:spMkLst>
            <pc:docMk/>
            <pc:sldMk cId="4005152649" sldId="2147375749"/>
            <ac:spMk id="6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55" v="1663"/>
          <ac:spMkLst>
            <pc:docMk/>
            <pc:sldMk cId="4005152649" sldId="2147375749"/>
            <ac:spMk id="6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57" v="1665"/>
          <ac:spMkLst>
            <pc:docMk/>
            <pc:sldMk cId="4005152649" sldId="2147375749"/>
            <ac:spMk id="6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58" v="1667"/>
          <ac:spMkLst>
            <pc:docMk/>
            <pc:sldMk cId="4005152649" sldId="2147375749"/>
            <ac:spMk id="6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59" v="1669"/>
          <ac:spMkLst>
            <pc:docMk/>
            <pc:sldMk cId="4005152649" sldId="2147375749"/>
            <ac:spMk id="7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60" v="1671"/>
          <ac:spMkLst>
            <pc:docMk/>
            <pc:sldMk cId="4005152649" sldId="2147375749"/>
            <ac:spMk id="7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62" v="1673"/>
          <ac:spMkLst>
            <pc:docMk/>
            <pc:sldMk cId="4005152649" sldId="2147375749"/>
            <ac:spMk id="7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64" v="1675"/>
          <ac:spMkLst>
            <pc:docMk/>
            <pc:sldMk cId="4005152649" sldId="2147375749"/>
            <ac:spMk id="7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67" v="1677"/>
          <ac:spMkLst>
            <pc:docMk/>
            <pc:sldMk cId="4005152649" sldId="2147375749"/>
            <ac:spMk id="7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70" v="1679"/>
          <ac:spMkLst>
            <pc:docMk/>
            <pc:sldMk cId="4005152649" sldId="2147375749"/>
            <ac:spMk id="7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72" v="1681"/>
          <ac:spMkLst>
            <pc:docMk/>
            <pc:sldMk cId="4005152649" sldId="2147375749"/>
            <ac:spMk id="7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73" v="1683"/>
          <ac:spMkLst>
            <pc:docMk/>
            <pc:sldMk cId="4005152649" sldId="2147375749"/>
            <ac:spMk id="7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74" v="1685"/>
          <ac:spMkLst>
            <pc:docMk/>
            <pc:sldMk cId="4005152649" sldId="2147375749"/>
            <ac:spMk id="7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76" v="1687"/>
          <ac:spMkLst>
            <pc:docMk/>
            <pc:sldMk cId="4005152649" sldId="2147375749"/>
            <ac:spMk id="7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77" v="1689"/>
          <ac:spMkLst>
            <pc:docMk/>
            <pc:sldMk cId="4005152649" sldId="2147375749"/>
            <ac:spMk id="8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79" v="1691"/>
          <ac:spMkLst>
            <pc:docMk/>
            <pc:sldMk cId="4005152649" sldId="2147375749"/>
            <ac:spMk id="8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1:46:02.680" v="1693"/>
          <ac:spMkLst>
            <pc:docMk/>
            <pc:sldMk cId="4005152649" sldId="2147375749"/>
            <ac:spMk id="82" creationId="{00000000-0000-0000-0000-000000000000}"/>
          </ac:spMkLst>
        </pc:spChg>
      </pc:sldChg>
      <pc:sldChg chg="add del">
        <pc:chgData name="Joseph Steven Hohlier" userId="e85c8368-c681-4cb5-b62c-726d1754f1ef" providerId="ADAL" clId="{1DC96D59-D1C6-4DE2-AD31-258A42A47638}" dt="2026-03-19T11:57:30.275" v="1697"/>
        <pc:sldMkLst>
          <pc:docMk/>
          <pc:sldMk cId="689539756" sldId="2147375750"/>
        </pc:sldMkLst>
      </pc:sldChg>
      <pc:sldChg chg="add del">
        <pc:chgData name="Joseph Steven Hohlier" userId="e85c8368-c681-4cb5-b62c-726d1754f1ef" providerId="ADAL" clId="{1DC96D59-D1C6-4DE2-AD31-258A42A47638}" dt="2026-03-19T12:01:10.631" v="1699"/>
        <pc:sldMkLst>
          <pc:docMk/>
          <pc:sldMk cId="3594172425" sldId="2147375751"/>
        </pc:sldMkLst>
      </pc:sldChg>
      <pc:sldChg chg="modSp add del mod">
        <pc:chgData name="Joseph Steven Hohlier" userId="e85c8368-c681-4cb5-b62c-726d1754f1ef" providerId="ADAL" clId="{1DC96D59-D1C6-4DE2-AD31-258A42A47638}" dt="2026-03-19T12:03:21.724" v="1713"/>
        <pc:sldMkLst>
          <pc:docMk/>
          <pc:sldMk cId="820015284" sldId="2147375752"/>
        </pc:sldMkLst>
        <pc:spChg chg="mod">
          <ac:chgData name="Joseph Steven Hohlier" userId="e85c8368-c681-4cb5-b62c-726d1754f1ef" providerId="ADAL" clId="{1DC96D59-D1C6-4DE2-AD31-258A42A47638}" dt="2026-03-19T12:02:33.038" v="1701"/>
          <ac:spMkLst>
            <pc:docMk/>
            <pc:sldMk cId="820015284" sldId="2147375752"/>
            <ac:spMk id="6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2:33.039" v="1703"/>
          <ac:spMkLst>
            <pc:docMk/>
            <pc:sldMk cId="820015284" sldId="2147375752"/>
            <ac:spMk id="6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2:33.040" v="1705"/>
          <ac:spMkLst>
            <pc:docMk/>
            <pc:sldMk cId="820015284" sldId="2147375752"/>
            <ac:spMk id="6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2:33.041" v="1707"/>
          <ac:spMkLst>
            <pc:docMk/>
            <pc:sldMk cId="820015284" sldId="2147375752"/>
            <ac:spMk id="6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2:33.043" v="1709"/>
          <ac:spMkLst>
            <pc:docMk/>
            <pc:sldMk cId="820015284" sldId="2147375752"/>
            <ac:spMk id="6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2:33.045" v="1711"/>
          <ac:spMkLst>
            <pc:docMk/>
            <pc:sldMk cId="820015284" sldId="2147375752"/>
            <ac:spMk id="65" creationId="{00000000-0000-0000-0000-000000000000}"/>
          </ac:spMkLst>
        </pc:spChg>
      </pc:sldChg>
      <pc:sldChg chg="add">
        <pc:chgData name="Joseph Steven Hohlier" userId="e85c8368-c681-4cb5-b62c-726d1754f1ef" providerId="ADAL" clId="{1DC96D59-D1C6-4DE2-AD31-258A42A47638}" dt="2026-03-19T12:03:21.658" v="1712"/>
        <pc:sldMkLst>
          <pc:docMk/>
          <pc:sldMk cId="3320386526" sldId="2147375753"/>
        </pc:sldMkLst>
      </pc:sldChg>
      <pc:sldChg chg="add del">
        <pc:chgData name="Joseph Steven Hohlier" userId="e85c8368-c681-4cb5-b62c-726d1754f1ef" providerId="ADAL" clId="{1DC96D59-D1C6-4DE2-AD31-258A42A47638}" dt="2026-03-19T12:06:56.441" v="1717"/>
        <pc:sldMkLst>
          <pc:docMk/>
          <pc:sldMk cId="702408727" sldId="2147375754"/>
        </pc:sldMkLst>
      </pc:sldChg>
      <pc:sldChg chg="modSp add del mod">
        <pc:chgData name="Joseph Steven Hohlier" userId="e85c8368-c681-4cb5-b62c-726d1754f1ef" providerId="ADAL" clId="{1DC96D59-D1C6-4DE2-AD31-258A42A47638}" dt="2026-03-19T12:10:00.926" v="1737"/>
        <pc:sldMkLst>
          <pc:docMk/>
          <pc:sldMk cId="2357574591" sldId="2147375755"/>
        </pc:sldMkLst>
        <pc:spChg chg="mod">
          <ac:chgData name="Joseph Steven Hohlier" userId="e85c8368-c681-4cb5-b62c-726d1754f1ef" providerId="ADAL" clId="{1DC96D59-D1C6-4DE2-AD31-258A42A47638}" dt="2026-03-19T12:09:22.279" v="1718"/>
          <ac:spMkLst>
            <pc:docMk/>
            <pc:sldMk cId="2357574591" sldId="2147375755"/>
            <ac:spMk id="4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19"/>
          <ac:spMkLst>
            <pc:docMk/>
            <pc:sldMk cId="2357574591" sldId="2147375755"/>
            <ac:spMk id="4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0"/>
          <ac:spMkLst>
            <pc:docMk/>
            <pc:sldMk cId="2357574591" sldId="2147375755"/>
            <ac:spMk id="4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1"/>
          <ac:spMkLst>
            <pc:docMk/>
            <pc:sldMk cId="2357574591" sldId="2147375755"/>
            <ac:spMk id="4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2"/>
          <ac:spMkLst>
            <pc:docMk/>
            <pc:sldMk cId="2357574591" sldId="2147375755"/>
            <ac:spMk id="50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3"/>
          <ac:spMkLst>
            <pc:docMk/>
            <pc:sldMk cId="2357574591" sldId="2147375755"/>
            <ac:spMk id="52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4"/>
          <ac:spMkLst>
            <pc:docMk/>
            <pc:sldMk cId="2357574591" sldId="2147375755"/>
            <ac:spMk id="54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5"/>
          <ac:spMkLst>
            <pc:docMk/>
            <pc:sldMk cId="2357574591" sldId="2147375755"/>
            <ac:spMk id="5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6"/>
          <ac:spMkLst>
            <pc:docMk/>
            <pc:sldMk cId="2357574591" sldId="2147375755"/>
            <ac:spMk id="58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7"/>
          <ac:spMkLst>
            <pc:docMk/>
            <pc:sldMk cId="2357574591" sldId="2147375755"/>
            <ac:spMk id="6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8"/>
          <ac:spMkLst>
            <pc:docMk/>
            <pc:sldMk cId="2357574591" sldId="2147375755"/>
            <ac:spMk id="6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81" v="1729"/>
          <ac:spMkLst>
            <pc:docMk/>
            <pc:sldMk cId="2357574591" sldId="2147375755"/>
            <ac:spMk id="6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90" v="1730"/>
          <ac:spMkLst>
            <pc:docMk/>
            <pc:sldMk cId="2357574591" sldId="2147375755"/>
            <ac:spMk id="7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90" v="1731"/>
          <ac:spMkLst>
            <pc:docMk/>
            <pc:sldMk cId="2357574591" sldId="2147375755"/>
            <ac:spMk id="7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92" v="1732"/>
          <ac:spMkLst>
            <pc:docMk/>
            <pc:sldMk cId="2357574591" sldId="2147375755"/>
            <ac:spMk id="7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92" v="1733"/>
          <ac:spMkLst>
            <pc:docMk/>
            <pc:sldMk cId="2357574591" sldId="2147375755"/>
            <ac:spMk id="7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94" v="1734"/>
          <ac:spMkLst>
            <pc:docMk/>
            <pc:sldMk cId="2357574591" sldId="2147375755"/>
            <ac:spMk id="7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09:22.295" v="1735"/>
          <ac:spMkLst>
            <pc:docMk/>
            <pc:sldMk cId="2357574591" sldId="2147375755"/>
            <ac:spMk id="81" creationId="{00000000-0000-0000-0000-000000000000}"/>
          </ac:spMkLst>
        </pc:spChg>
      </pc:sldChg>
      <pc:sldChg chg="add del">
        <pc:chgData name="Joseph Steven Hohlier" userId="e85c8368-c681-4cb5-b62c-726d1754f1ef" providerId="ADAL" clId="{1DC96D59-D1C6-4DE2-AD31-258A42A47638}" dt="2026-03-19T12:10:45.121" v="1739"/>
        <pc:sldMkLst>
          <pc:docMk/>
          <pc:sldMk cId="3088082325" sldId="2147375756"/>
        </pc:sldMkLst>
      </pc:sldChg>
      <pc:sldChg chg="add del">
        <pc:chgData name="Joseph Steven Hohlier" userId="e85c8368-c681-4cb5-b62c-726d1754f1ef" providerId="ADAL" clId="{1DC96D59-D1C6-4DE2-AD31-258A42A47638}" dt="2026-03-19T12:12:55.706" v="1741"/>
        <pc:sldMkLst>
          <pc:docMk/>
          <pc:sldMk cId="2121496872" sldId="2147375757"/>
        </pc:sldMkLst>
      </pc:sldChg>
      <pc:sldChg chg="add del">
        <pc:chgData name="Joseph Steven Hohlier" userId="e85c8368-c681-4cb5-b62c-726d1754f1ef" providerId="ADAL" clId="{1DC96D59-D1C6-4DE2-AD31-258A42A47638}" dt="2026-03-19T12:16:12.147" v="1743"/>
        <pc:sldMkLst>
          <pc:docMk/>
          <pc:sldMk cId="2888045390" sldId="2147375758"/>
        </pc:sldMkLst>
      </pc:sldChg>
      <pc:sldChg chg="modSp add del mod">
        <pc:chgData name="Joseph Steven Hohlier" userId="e85c8368-c681-4cb5-b62c-726d1754f1ef" providerId="ADAL" clId="{1DC96D59-D1C6-4DE2-AD31-258A42A47638}" dt="2026-03-19T12:22:14.737" v="1754"/>
        <pc:sldMkLst>
          <pc:docMk/>
          <pc:sldMk cId="2607372550" sldId="2147375759"/>
        </pc:sldMkLst>
        <pc:spChg chg="mod">
          <ac:chgData name="Joseph Steven Hohlier" userId="e85c8368-c681-4cb5-b62c-726d1754f1ef" providerId="ADAL" clId="{1DC96D59-D1C6-4DE2-AD31-258A42A47638}" dt="2026-03-19T12:22:03.172" v="1744"/>
          <ac:spMkLst>
            <pc:docMk/>
            <pc:sldMk cId="2607372550" sldId="2147375759"/>
            <ac:spMk id="66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22:03.173" v="1745"/>
          <ac:spMkLst>
            <pc:docMk/>
            <pc:sldMk cId="2607372550" sldId="2147375759"/>
            <ac:spMk id="6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22:03.174" v="1746"/>
          <ac:spMkLst>
            <pc:docMk/>
            <pc:sldMk cId="2607372550" sldId="2147375759"/>
            <ac:spMk id="6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22:03.175" v="1747"/>
          <ac:spMkLst>
            <pc:docMk/>
            <pc:sldMk cId="2607372550" sldId="2147375759"/>
            <ac:spMk id="71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22:03.176" v="1748"/>
          <ac:spMkLst>
            <pc:docMk/>
            <pc:sldMk cId="2607372550" sldId="2147375759"/>
            <ac:spMk id="73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22:03.182" v="1749"/>
          <ac:spMkLst>
            <pc:docMk/>
            <pc:sldMk cId="2607372550" sldId="2147375759"/>
            <ac:spMk id="75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22:03.183" v="1750"/>
          <ac:spMkLst>
            <pc:docMk/>
            <pc:sldMk cId="2607372550" sldId="2147375759"/>
            <ac:spMk id="77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22:03.183" v="1751"/>
          <ac:spMkLst>
            <pc:docMk/>
            <pc:sldMk cId="2607372550" sldId="2147375759"/>
            <ac:spMk id="79" creationId="{00000000-0000-0000-0000-000000000000}"/>
          </ac:spMkLst>
        </pc:spChg>
        <pc:spChg chg="mod">
          <ac:chgData name="Joseph Steven Hohlier" userId="e85c8368-c681-4cb5-b62c-726d1754f1ef" providerId="ADAL" clId="{1DC96D59-D1C6-4DE2-AD31-258A42A47638}" dt="2026-03-19T12:22:03.183" v="1752"/>
          <ac:spMkLst>
            <pc:docMk/>
            <pc:sldMk cId="2607372550" sldId="2147375759"/>
            <ac:spMk id="81" creationId="{00000000-0000-0000-0000-000000000000}"/>
          </ac:spMkLst>
        </pc:spChg>
      </pc:sldChg>
      <pc:sldChg chg="add">
        <pc:chgData name="Joseph Steven Hohlier" userId="e85c8368-c681-4cb5-b62c-726d1754f1ef" providerId="ADAL" clId="{1DC96D59-D1C6-4DE2-AD31-258A42A47638}" dt="2026-03-19T12:22:14.666" v="1753"/>
        <pc:sldMkLst>
          <pc:docMk/>
          <pc:sldMk cId="1498224615" sldId="2147375760"/>
        </pc:sldMkLst>
      </pc:sldChg>
    </pc:docChg>
  </pc:docChgLst>
  <pc:docChgLst>
    <pc:chgData name="Greg S Graf" userId="S::greg.graf@lilly.com::164ed89b-5d17-4f08-8905-6e7205d1e288" providerId="AD" clId="Web-{CAD69522-4A74-DDF6-DC60-35A1643491E4}"/>
    <pc:docChg chg="modSld">
      <pc:chgData name="Greg S Graf" userId="S::greg.graf@lilly.com::164ed89b-5d17-4f08-8905-6e7205d1e288" providerId="AD" clId="Web-{CAD69522-4A74-DDF6-DC60-35A1643491E4}" dt="2026-03-18T14:44:24.380" v="3" actId="14100"/>
      <pc:docMkLst>
        <pc:docMk/>
      </pc:docMkLst>
      <pc:sldChg chg="addSp delSp modSp">
        <pc:chgData name="Greg S Graf" userId="S::greg.graf@lilly.com::164ed89b-5d17-4f08-8905-6e7205d1e288" providerId="AD" clId="Web-{CAD69522-4A74-DDF6-DC60-35A1643491E4}" dt="2026-03-18T14:44:24.380" v="3" actId="14100"/>
        <pc:sldMkLst>
          <pc:docMk/>
          <pc:sldMk cId="0" sldId="299"/>
        </pc:sldMkLst>
        <pc:spChg chg="add del">
          <ac:chgData name="Greg S Graf" userId="S::greg.graf@lilly.com::164ed89b-5d17-4f08-8905-6e7205d1e288" providerId="AD" clId="Web-{CAD69522-4A74-DDF6-DC60-35A1643491E4}" dt="2026-03-18T14:44:19.551" v="2"/>
          <ac:spMkLst>
            <pc:docMk/>
            <pc:sldMk cId="0" sldId="299"/>
            <ac:spMk id="14" creationId="{00000000-0000-0000-0000-000000000000}"/>
          </ac:spMkLst>
        </pc:spChg>
        <pc:spChg chg="mod">
          <ac:chgData name="Greg S Graf" userId="S::greg.graf@lilly.com::164ed89b-5d17-4f08-8905-6e7205d1e288" providerId="AD" clId="Web-{CAD69522-4A74-DDF6-DC60-35A1643491E4}" dt="2026-03-18T14:44:24.380" v="3" actId="14100"/>
          <ac:spMkLst>
            <pc:docMk/>
            <pc:sldMk cId="0" sldId="299"/>
            <ac:spMk id="15" creationId="{00000000-0000-0000-0000-000000000000}"/>
          </ac:spMkLst>
        </pc:spChg>
      </pc:sldChg>
    </pc:docChg>
  </pc:docChgLst>
  <pc:docChgLst>
    <pc:chgData name="Greg S Graf" userId="S::greg.graf@lilly.com::164ed89b-5d17-4f08-8905-6e7205d1e288" providerId="AD" clId="Web-{F9C396D9-2B0A-96FF-845F-3CF11EB459E4}"/>
    <pc:docChg chg="addSld modSld">
      <pc:chgData name="Greg S Graf" userId="S::greg.graf@lilly.com::164ed89b-5d17-4f08-8905-6e7205d1e288" providerId="AD" clId="Web-{F9C396D9-2B0A-96FF-845F-3CF11EB459E4}" dt="2026-03-17T23:34:43.197" v="43"/>
      <pc:docMkLst>
        <pc:docMk/>
      </pc:docMkLst>
      <pc:sldChg chg="modSp">
        <pc:chgData name="Greg S Graf" userId="S::greg.graf@lilly.com::164ed89b-5d17-4f08-8905-6e7205d1e288" providerId="AD" clId="Web-{F9C396D9-2B0A-96FF-845F-3CF11EB459E4}" dt="2026-03-17T23:31:30.195" v="8" actId="20577"/>
        <pc:sldMkLst>
          <pc:docMk/>
          <pc:sldMk cId="0" sldId="2147375666"/>
        </pc:sldMkLst>
        <pc:spChg chg="mod">
          <ac:chgData name="Greg S Graf" userId="S::greg.graf@lilly.com::164ed89b-5d17-4f08-8905-6e7205d1e288" providerId="AD" clId="Web-{F9C396D9-2B0A-96FF-845F-3CF11EB459E4}" dt="2026-03-17T23:31:14.727" v="1" actId="20577"/>
          <ac:spMkLst>
            <pc:docMk/>
            <pc:sldMk cId="0" sldId="2147375666"/>
            <ac:spMk id="11" creationId="{00000000-0000-0000-0000-000000000000}"/>
          </ac:spMkLst>
        </pc:spChg>
        <pc:spChg chg="mod">
          <ac:chgData name="Greg S Graf" userId="S::greg.graf@lilly.com::164ed89b-5d17-4f08-8905-6e7205d1e288" providerId="AD" clId="Web-{F9C396D9-2B0A-96FF-845F-3CF11EB459E4}" dt="2026-03-17T23:31:15.773" v="2" actId="20577"/>
          <ac:spMkLst>
            <pc:docMk/>
            <pc:sldMk cId="0" sldId="2147375666"/>
            <ac:spMk id="21" creationId="{00000000-0000-0000-0000-000000000000}"/>
          </ac:spMkLst>
        </pc:spChg>
        <pc:spChg chg="mod">
          <ac:chgData name="Greg S Graf" userId="S::greg.graf@lilly.com::164ed89b-5d17-4f08-8905-6e7205d1e288" providerId="AD" clId="Web-{F9C396D9-2B0A-96FF-845F-3CF11EB459E4}" dt="2026-03-17T23:31:19.492" v="3" actId="20577"/>
          <ac:spMkLst>
            <pc:docMk/>
            <pc:sldMk cId="0" sldId="2147375666"/>
            <ac:spMk id="31" creationId="{00000000-0000-0000-0000-000000000000}"/>
          </ac:spMkLst>
        </pc:spChg>
        <pc:spChg chg="mod">
          <ac:chgData name="Greg S Graf" userId="S::greg.graf@lilly.com::164ed89b-5d17-4f08-8905-6e7205d1e288" providerId="AD" clId="Web-{F9C396D9-2B0A-96FF-845F-3CF11EB459E4}" dt="2026-03-17T23:31:24.930" v="5" actId="20577"/>
          <ac:spMkLst>
            <pc:docMk/>
            <pc:sldMk cId="0" sldId="2147375666"/>
            <ac:spMk id="41" creationId="{00000000-0000-0000-0000-000000000000}"/>
          </ac:spMkLst>
        </pc:spChg>
        <pc:spChg chg="mod">
          <ac:chgData name="Greg S Graf" userId="S::greg.graf@lilly.com::164ed89b-5d17-4f08-8905-6e7205d1e288" providerId="AD" clId="Web-{F9C396D9-2B0A-96FF-845F-3CF11EB459E4}" dt="2026-03-17T23:31:28.774" v="7" actId="20577"/>
          <ac:spMkLst>
            <pc:docMk/>
            <pc:sldMk cId="0" sldId="2147375666"/>
            <ac:spMk id="51" creationId="{00000000-0000-0000-0000-000000000000}"/>
          </ac:spMkLst>
        </pc:spChg>
        <pc:spChg chg="mod">
          <ac:chgData name="Greg S Graf" userId="S::greg.graf@lilly.com::164ed89b-5d17-4f08-8905-6e7205d1e288" providerId="AD" clId="Web-{F9C396D9-2B0A-96FF-845F-3CF11EB459E4}" dt="2026-03-17T23:31:30.195" v="8" actId="20577"/>
          <ac:spMkLst>
            <pc:docMk/>
            <pc:sldMk cId="0" sldId="2147375666"/>
            <ac:spMk id="61" creationId="{00000000-0000-0000-0000-000000000000}"/>
          </ac:spMkLst>
        </pc:spChg>
      </pc:sldChg>
      <pc:sldChg chg="delSp modSp new">
        <pc:chgData name="Greg S Graf" userId="S::greg.graf@lilly.com::164ed89b-5d17-4f08-8905-6e7205d1e288" providerId="AD" clId="Web-{F9C396D9-2B0A-96FF-845F-3CF11EB459E4}" dt="2026-03-17T23:32:42.618" v="15"/>
        <pc:sldMkLst>
          <pc:docMk/>
          <pc:sldMk cId="1380948644" sldId="2147375691"/>
        </pc:sldMkLst>
        <pc:spChg chg="mod">
          <ac:chgData name="Greg S Graf" userId="S::greg.graf@lilly.com::164ed89b-5d17-4f08-8905-6e7205d1e288" providerId="AD" clId="Web-{F9C396D9-2B0A-96FF-845F-3CF11EB459E4}" dt="2026-03-17T23:32:34.852" v="14" actId="20577"/>
          <ac:spMkLst>
            <pc:docMk/>
            <pc:sldMk cId="1380948644" sldId="2147375691"/>
            <ac:spMk id="2" creationId="{5FDDF498-529B-C375-A8F6-BE1C8AA01BF8}"/>
          </ac:spMkLst>
        </pc:spChg>
      </pc:sldChg>
    </pc:docChg>
  </pc:docChgLst>
  <pc:docChgLst>
    <pc:chgData name="Matt Wambsganss" userId="8b416635-f777-46c2-a520-f7f06e5c02b2" providerId="ADAL" clId="{915818C7-BD22-5D1D-A67A-48EDF0676E77}"/>
    <pc:docChg chg="custSel addSld delSld modSld sldOrd">
      <pc:chgData name="Matt Wambsganss" userId="8b416635-f777-46c2-a520-f7f06e5c02b2" providerId="ADAL" clId="{915818C7-BD22-5D1D-A67A-48EDF0676E77}" dt="2026-03-19T18:30:20.673" v="44"/>
      <pc:docMkLst>
        <pc:docMk/>
      </pc:docMkLst>
      <pc:sldChg chg="delSp add del mod">
        <pc:chgData name="Matt Wambsganss" userId="8b416635-f777-46c2-a520-f7f06e5c02b2" providerId="ADAL" clId="{915818C7-BD22-5D1D-A67A-48EDF0676E77}" dt="2026-03-19T18:23:16.556" v="3"/>
        <pc:sldMkLst>
          <pc:docMk/>
          <pc:sldMk cId="143060150" sldId="2147375761"/>
        </pc:sldMkLst>
        <pc:picChg chg="del">
          <ac:chgData name="Matt Wambsganss" userId="8b416635-f777-46c2-a520-f7f06e5c02b2" providerId="ADAL" clId="{915818C7-BD22-5D1D-A67A-48EDF0676E77}" dt="2026-03-19T18:23:07.280" v="1"/>
          <ac:picMkLst>
            <pc:docMk/>
            <pc:sldMk cId="143060150" sldId="2147375761"/>
            <ac:picMk id="4" creationId="{00000000-0000-0000-0000-000000000000}"/>
          </ac:picMkLst>
        </pc:picChg>
      </pc:sldChg>
      <pc:sldChg chg="add del">
        <pc:chgData name="Matt Wambsganss" userId="8b416635-f777-46c2-a520-f7f06e5c02b2" providerId="ADAL" clId="{915818C7-BD22-5D1D-A67A-48EDF0676E77}" dt="2026-03-19T18:23:20.393" v="5"/>
        <pc:sldMkLst>
          <pc:docMk/>
          <pc:sldMk cId="1099749821" sldId="2147375762"/>
        </pc:sldMkLst>
      </pc:sldChg>
      <pc:sldChg chg="add del">
        <pc:chgData name="Matt Wambsganss" userId="8b416635-f777-46c2-a520-f7f06e5c02b2" providerId="ADAL" clId="{915818C7-BD22-5D1D-A67A-48EDF0676E77}" dt="2026-03-19T18:23:51.001" v="7"/>
        <pc:sldMkLst>
          <pc:docMk/>
          <pc:sldMk cId="999968113" sldId="2147375763"/>
        </pc:sldMkLst>
      </pc:sldChg>
      <pc:sldChg chg="add del">
        <pc:chgData name="Matt Wambsganss" userId="8b416635-f777-46c2-a520-f7f06e5c02b2" providerId="ADAL" clId="{915818C7-BD22-5D1D-A67A-48EDF0676E77}" dt="2026-03-19T18:28:55.487" v="38"/>
        <pc:sldMkLst>
          <pc:docMk/>
          <pc:sldMk cId="1698274300" sldId="2147375764"/>
        </pc:sldMkLst>
      </pc:sldChg>
      <pc:sldChg chg="delSp add del mod ord">
        <pc:chgData name="Matt Wambsganss" userId="8b416635-f777-46c2-a520-f7f06e5c02b2" providerId="ADAL" clId="{915818C7-BD22-5D1D-A67A-48EDF0676E77}" dt="2026-03-19T18:24:33.087" v="12"/>
        <pc:sldMkLst>
          <pc:docMk/>
          <pc:sldMk cId="3666594643" sldId="2147375765"/>
        </pc:sldMkLst>
        <pc:picChg chg="del">
          <ac:chgData name="Matt Wambsganss" userId="8b416635-f777-46c2-a520-f7f06e5c02b2" providerId="ADAL" clId="{915818C7-BD22-5D1D-A67A-48EDF0676E77}" dt="2026-03-19T18:24:25.063" v="10"/>
          <ac:picMkLst>
            <pc:docMk/>
            <pc:sldMk cId="3666594643" sldId="2147375765"/>
            <ac:picMk id="4" creationId="{00000000-0000-0000-0000-000000000000}"/>
          </ac:picMkLst>
        </pc:picChg>
      </pc:sldChg>
      <pc:sldChg chg="add del">
        <pc:chgData name="Matt Wambsganss" userId="8b416635-f777-46c2-a520-f7f06e5c02b2" providerId="ADAL" clId="{915818C7-BD22-5D1D-A67A-48EDF0676E77}" dt="2026-03-19T18:24:37.028" v="14"/>
        <pc:sldMkLst>
          <pc:docMk/>
          <pc:sldMk cId="1340683686" sldId="2147375766"/>
        </pc:sldMkLst>
      </pc:sldChg>
      <pc:sldChg chg="add del">
        <pc:chgData name="Matt Wambsganss" userId="8b416635-f777-46c2-a520-f7f06e5c02b2" providerId="ADAL" clId="{915818C7-BD22-5D1D-A67A-48EDF0676E77}" dt="2026-03-19T18:25:07.320" v="16"/>
        <pc:sldMkLst>
          <pc:docMk/>
          <pc:sldMk cId="716215276" sldId="2147375767"/>
        </pc:sldMkLst>
      </pc:sldChg>
      <pc:sldChg chg="add">
        <pc:chgData name="Matt Wambsganss" userId="8b416635-f777-46c2-a520-f7f06e5c02b2" providerId="ADAL" clId="{915818C7-BD22-5D1D-A67A-48EDF0676E77}" dt="2026-03-19T18:25:07.318" v="15"/>
        <pc:sldMkLst>
          <pc:docMk/>
          <pc:sldMk cId="2760979431" sldId="2147375768"/>
        </pc:sldMkLst>
      </pc:sldChg>
      <pc:sldChg chg="delSp add del mod ord">
        <pc:chgData name="Matt Wambsganss" userId="8b416635-f777-46c2-a520-f7f06e5c02b2" providerId="ADAL" clId="{915818C7-BD22-5D1D-A67A-48EDF0676E77}" dt="2026-03-19T18:25:48.625" v="21"/>
        <pc:sldMkLst>
          <pc:docMk/>
          <pc:sldMk cId="3022370804" sldId="2147375769"/>
        </pc:sldMkLst>
        <pc:picChg chg="del">
          <ac:chgData name="Matt Wambsganss" userId="8b416635-f777-46c2-a520-f7f06e5c02b2" providerId="ADAL" clId="{915818C7-BD22-5D1D-A67A-48EDF0676E77}" dt="2026-03-19T18:25:40.335" v="19"/>
          <ac:picMkLst>
            <pc:docMk/>
            <pc:sldMk cId="3022370804" sldId="2147375769"/>
            <ac:picMk id="4" creationId="{00000000-0000-0000-0000-000000000000}"/>
          </ac:picMkLst>
        </pc:picChg>
      </pc:sldChg>
      <pc:sldChg chg="add del">
        <pc:chgData name="Matt Wambsganss" userId="8b416635-f777-46c2-a520-f7f06e5c02b2" providerId="ADAL" clId="{915818C7-BD22-5D1D-A67A-48EDF0676E77}" dt="2026-03-19T18:25:52.616" v="23"/>
        <pc:sldMkLst>
          <pc:docMk/>
          <pc:sldMk cId="1970549646" sldId="2147375770"/>
        </pc:sldMkLst>
      </pc:sldChg>
      <pc:sldChg chg="add del">
        <pc:chgData name="Matt Wambsganss" userId="8b416635-f777-46c2-a520-f7f06e5c02b2" providerId="ADAL" clId="{915818C7-BD22-5D1D-A67A-48EDF0676E77}" dt="2026-03-19T18:26:19.393" v="25"/>
        <pc:sldMkLst>
          <pc:docMk/>
          <pc:sldMk cId="279987304" sldId="2147375771"/>
        </pc:sldMkLst>
      </pc:sldChg>
      <pc:sldChg chg="add del">
        <pc:chgData name="Matt Wambsganss" userId="8b416635-f777-46c2-a520-f7f06e5c02b2" providerId="ADAL" clId="{915818C7-BD22-5D1D-A67A-48EDF0676E77}" dt="2026-03-19T18:29:07.718" v="40"/>
        <pc:sldMkLst>
          <pc:docMk/>
          <pc:sldMk cId="861647873" sldId="2147375772"/>
        </pc:sldMkLst>
      </pc:sldChg>
      <pc:sldChg chg="delSp add del mod ord">
        <pc:chgData name="Matt Wambsganss" userId="8b416635-f777-46c2-a520-f7f06e5c02b2" providerId="ADAL" clId="{915818C7-BD22-5D1D-A67A-48EDF0676E77}" dt="2026-03-19T18:26:57.416" v="30"/>
        <pc:sldMkLst>
          <pc:docMk/>
          <pc:sldMk cId="98276929" sldId="2147375773"/>
        </pc:sldMkLst>
        <pc:picChg chg="del">
          <ac:chgData name="Matt Wambsganss" userId="8b416635-f777-46c2-a520-f7f06e5c02b2" providerId="ADAL" clId="{915818C7-BD22-5D1D-A67A-48EDF0676E77}" dt="2026-03-19T18:26:49.561" v="28"/>
          <ac:picMkLst>
            <pc:docMk/>
            <pc:sldMk cId="98276929" sldId="2147375773"/>
            <ac:picMk id="4" creationId="{00000000-0000-0000-0000-000000000000}"/>
          </ac:picMkLst>
        </pc:picChg>
      </pc:sldChg>
      <pc:sldChg chg="add del">
        <pc:chgData name="Matt Wambsganss" userId="8b416635-f777-46c2-a520-f7f06e5c02b2" providerId="ADAL" clId="{915818C7-BD22-5D1D-A67A-48EDF0676E77}" dt="2026-03-19T18:27:00.803" v="32"/>
        <pc:sldMkLst>
          <pc:docMk/>
          <pc:sldMk cId="2058740396" sldId="2147375774"/>
        </pc:sldMkLst>
      </pc:sldChg>
      <pc:sldChg chg="add del">
        <pc:chgData name="Matt Wambsganss" userId="8b416635-f777-46c2-a520-f7f06e5c02b2" providerId="ADAL" clId="{915818C7-BD22-5D1D-A67A-48EDF0676E77}" dt="2026-03-19T18:27:29.118" v="34"/>
        <pc:sldMkLst>
          <pc:docMk/>
          <pc:sldMk cId="3450108222" sldId="2147375775"/>
        </pc:sldMkLst>
      </pc:sldChg>
      <pc:sldChg chg="add del">
        <pc:chgData name="Matt Wambsganss" userId="8b416635-f777-46c2-a520-f7f06e5c02b2" providerId="ADAL" clId="{915818C7-BD22-5D1D-A67A-48EDF0676E77}" dt="2026-03-19T18:28:44.280" v="36"/>
        <pc:sldMkLst>
          <pc:docMk/>
          <pc:sldMk cId="4215230915" sldId="2147375776"/>
        </pc:sldMkLst>
      </pc:sldChg>
      <pc:sldChg chg="add del">
        <pc:chgData name="Matt Wambsganss" userId="8b416635-f777-46c2-a520-f7f06e5c02b2" providerId="ADAL" clId="{915818C7-BD22-5D1D-A67A-48EDF0676E77}" dt="2026-03-19T18:29:43.381" v="42"/>
        <pc:sldMkLst>
          <pc:docMk/>
          <pc:sldMk cId="1861671242" sldId="2147375777"/>
        </pc:sldMkLst>
      </pc:sldChg>
      <pc:sldChg chg="add">
        <pc:chgData name="Matt Wambsganss" userId="8b416635-f777-46c2-a520-f7f06e5c02b2" providerId="ADAL" clId="{915818C7-BD22-5D1D-A67A-48EDF0676E77}" dt="2026-03-19T18:28:55.485" v="37"/>
        <pc:sldMkLst>
          <pc:docMk/>
          <pc:sldMk cId="411332422" sldId="2147375778"/>
        </pc:sldMkLst>
      </pc:sldChg>
      <pc:sldChg chg="add">
        <pc:chgData name="Matt Wambsganss" userId="8b416635-f777-46c2-a520-f7f06e5c02b2" providerId="ADAL" clId="{915818C7-BD22-5D1D-A67A-48EDF0676E77}" dt="2026-03-19T18:29:07.714" v="39"/>
        <pc:sldMkLst>
          <pc:docMk/>
          <pc:sldMk cId="410152879" sldId="2147375779"/>
        </pc:sldMkLst>
      </pc:sldChg>
      <pc:sldChg chg="add del">
        <pc:chgData name="Matt Wambsganss" userId="8b416635-f777-46c2-a520-f7f06e5c02b2" providerId="ADAL" clId="{915818C7-BD22-5D1D-A67A-48EDF0676E77}" dt="2026-03-19T18:30:20.673" v="44"/>
        <pc:sldMkLst>
          <pc:docMk/>
          <pc:sldMk cId="1008492227" sldId="2147375780"/>
        </pc:sldMkLst>
      </pc:sldChg>
      <pc:sldChg chg="add">
        <pc:chgData name="Matt Wambsganss" userId="8b416635-f777-46c2-a520-f7f06e5c02b2" providerId="ADAL" clId="{915818C7-BD22-5D1D-A67A-48EDF0676E77}" dt="2026-03-19T18:30:20.663" v="43"/>
        <pc:sldMkLst>
          <pc:docMk/>
          <pc:sldMk cId="3450841860" sldId="21473757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45A88-CEA9-774C-AF9E-B38CEAF575EE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6132F-B2B1-7043-9ED0-EDAEAFAC9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6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A6E08-C14D-DD4B-990D-9D6D9753DD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10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Shrink boxes and reformat to make it look better. Bigger text, less border, centered, titles need to be bigger and more legible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Review formatting – personas are the same size as text below. Break this into 2 slides (4 then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6132F-B2B1-7043-9ED0-EDAEAFAC9A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67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E9B2F-EC50-A4A9-3F06-8A227DA9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5149D-F974-C42B-A100-61DA8A59C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89592-FD05-2CE5-1FEF-94FC57C7C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Review formatting – personas are the same size as text below. Break this into 2 slides (4 then 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43937-E1EE-5B59-2C12-B1813FFB3B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6132F-B2B1-7043-9ED0-EDAEAFAC9A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12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D0CD4-BC0B-FC33-55F5-5C83BF6C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DD0C3-8D1D-9115-E73F-CB5E84CE8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2AE64-A792-0251-1813-D42A01857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User – “Infra leader”, get rid of boxes with empty space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592C4-D14A-4C09-AD1E-F0D53F573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86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Fix sizing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6132F-B2B1-7043-9ED0-EDAEAFAC9A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17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Recreate as a </a:t>
            </a:r>
            <a:r>
              <a:rPr lang="en-US" err="1"/>
              <a:t>swinlane</a:t>
            </a:r>
            <a:r>
              <a:rPr lang="en-US"/>
              <a:t> </a:t>
            </a:r>
            <a:r>
              <a:rPr lang="en-US" err="1"/>
              <a:t>diag</a:t>
            </a:r>
            <a:r>
              <a:rPr lang="en-US"/>
              <a:t>ram with a focus on the flow and pain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Focus on WIN and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Recreate as a </a:t>
            </a:r>
            <a:r>
              <a:rPr lang="en-US" err="1"/>
              <a:t>swinlane</a:t>
            </a:r>
            <a:r>
              <a:rPr lang="en-US"/>
              <a:t> </a:t>
            </a:r>
            <a:r>
              <a:rPr lang="en-US" err="1"/>
              <a:t>diag</a:t>
            </a:r>
            <a:r>
              <a:rPr lang="en-US"/>
              <a:t>ram with a focus on the flow and pain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Focus on WIN and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Eliminate left pane completely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Needs to be organized by themes and highlighting agentic opportunities; use real-time insights consolidated themes and ranking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Fix formatting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Spread out and get rid of shading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 personas with main point on each section as well as themes identified. Move this slide to appendix once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 personas with main point on each section as well as themes identified. Move this slide to appendix once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 personas with main point on each section as well as themes identified. Move this slide to appendix once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 personas with main point on each section as well as themes identified. Move this slide to appendix once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 personas with main point on each section as well as themes identified. Move this slide to appendix once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01C-3E2A-B524-4F0E-BD4406E87D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15EDB-FC1C-C145-7FD5-BC2E96966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43668-CE95-EDC2-C13F-D91E19A6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3808D-F7BA-5F54-608D-CDFED187D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40C3D-21AB-0DFE-4BE2-BC5903EA1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7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1BBE-4512-0F14-F758-EAD2BE334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D250C-F3C5-47F2-1001-7D0041356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0E9F9-E144-070D-7F46-305D7247C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9823-E41F-49E6-2125-34EAA1A9F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47D27-AAB1-328E-5F4B-69B1E989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8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C49E6-D803-A8E4-A568-DD3B8C7C8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BC0D1-0893-2760-84AF-6DB74ECA8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76341-2FA7-60FD-65A0-3985E0B5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DA8-32D8-AF1E-6308-BEC3EC28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5B3DB-CBF2-9AA1-D6F5-2A57FD57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3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DB2A-F4A8-C410-9AD0-6E62E6D8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D4325-D9B4-9135-96A8-2FB83E2A3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E51B6-E19C-20DC-AE9C-13C5D2759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A81F0-6F2E-252C-FDB3-DA40F798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508B8-0FA2-1B3C-E506-7BED734E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AB71C-58C6-C6E5-D405-E727246C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6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C860-E670-C450-A3F2-279CB0D16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350C5-3EDE-FBF6-282A-86FD24C5E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7D257-A669-13C8-C228-D8F2D39F1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35678-B637-75BE-9BCE-DF1CB1FA5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A9906-DC19-6E0D-CAB7-76153DCF0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DD361D-69D6-6958-C76D-74C0331A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A8420-040B-E005-12EB-17E1510B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6AABD8-BF41-D6DD-DF3A-2C621EA5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82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5418D-5353-E25F-BEF0-96C591E1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F833E-7319-267F-088A-8195BA5C8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9C2B4-45DA-C1B1-E7AE-01BD10C3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0EA8C0-D6F0-441D-9018-317E739D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3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6A45E7-18AE-F7E2-F627-4A13244E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5AE61-8BA9-A019-3B4F-A9B14C8ED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8AEEA-E890-275E-C324-8C8EC85DF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1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62FA-D05A-C5F9-6354-9AC7E266A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F25B4-6812-DAE1-5551-2A7867D9B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07F801-727E-AB86-AE6B-705EBC1AC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4E076-EACC-3125-4279-269D8D5B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CE378-8F18-16A2-6514-279504F2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BDF60-3AF5-FB86-C3C2-11C12379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31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90CF-F50F-9A4E-4DB9-FAE4E5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9FCA7C-63A0-06A5-470C-C4F2AEFE0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FD70A-80C2-FA79-473B-94E80E1A7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1AB6A-67F7-792F-9099-C795B49F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3FF6D-28EF-3B91-97E0-8BFCC5EE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8C829-0FF7-F4EC-D38D-F3BFE367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95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91454-135B-F0E3-8A11-CCE9B687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5FCF2-FB58-5FDE-984D-4959B7634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EA96C-AEF3-0E60-7B57-413A5548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8F43C-8586-2B6E-E686-CA2AA446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792B5-BAD6-967C-A119-3ED20E13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9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BC3D4D-BA16-7BD1-FA06-9CFC830A6F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0918F-2B59-8307-34C4-A1078C9AB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92112-1A28-E877-0DB4-92A0C892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FBD60-C631-463C-51EF-71947E81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161A9-FA9B-574B-8E6A-C7569558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7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673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DC940-2DB6-4AB0-D169-1B0425E84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57200"/>
            <a:ext cx="11058144" cy="91440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 spc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E767E-699E-1B05-21A9-036BCB7883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Company Confidential  © 2025 Eli Lilly and Company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A55A6-733B-9ECD-69EC-C1CDD2C51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135D20-C3A1-FF4C-B4DB-BE449A9B144D}" type="slidenum"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0F9961-1D04-E5F2-0481-E31DDDD6A7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" y="1828800"/>
            <a:ext cx="11058145" cy="4383932"/>
          </a:xfrm>
        </p:spPr>
        <p:txBody>
          <a:bodyPr>
            <a:noAutofit/>
          </a:bodyPr>
          <a:lstStyle>
            <a:lvl1pPr>
              <a:lnSpc>
                <a:spcPts val="2400"/>
              </a:lnSpc>
              <a:spcBef>
                <a:spcPts val="1200"/>
              </a:spcBef>
              <a:defRPr sz="2400"/>
            </a:lvl1pPr>
            <a:lvl2pPr marL="182880">
              <a:lnSpc>
                <a:spcPts val="2000"/>
              </a:lnSpc>
              <a:spcBef>
                <a:spcPts val="1000"/>
              </a:spcBef>
              <a:buSzPct val="87000"/>
              <a:defRPr sz="2000"/>
            </a:lvl2pPr>
            <a:lvl3pPr>
              <a:spcBef>
                <a:spcPts val="1000"/>
              </a:spcBef>
              <a:buSzPct val="87000"/>
              <a:defRPr sz="1600"/>
            </a:lvl3pPr>
            <a:lvl4pPr>
              <a:spcBef>
                <a:spcPts val="1000"/>
              </a:spcBef>
              <a:buSzPct val="87000"/>
              <a:defRPr sz="1400"/>
            </a:lvl4pPr>
            <a:lvl5pPr>
              <a:spcBef>
                <a:spcPts val="1000"/>
              </a:spcBef>
              <a:buSzPct val="87000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6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CA038-AFD6-92ED-CAB0-AB48D33F9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E97A2-A080-292C-ED73-DB97AF4AF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A84A5-E4A7-EC67-CCDD-C132B786B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23992-F752-9F4E-9365-A8CCF5A9EBE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8B4E1-FF4D-C410-8858-C4BDCD4C6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0D36D-DABC-8342-A7DD-C10C84ED4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3CEE1-664C-8345-9B1B-CBB365DDF00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Line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9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2B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8360F6-6AA7-CB4F-AEE8-431257877AB0}"/>
              </a:ext>
            </a:extLst>
          </p:cNvPr>
          <p:cNvSpPr txBox="1"/>
          <p:nvPr/>
        </p:nvSpPr>
        <p:spPr>
          <a:xfrm>
            <a:off x="762000" y="1524000"/>
            <a:ext cx="10668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Design Thinking Workshop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11266-5AEF-134F-A611-2F5A25CF8D98}"/>
              </a:ext>
            </a:extLst>
          </p:cNvPr>
          <p:cNvSpPr txBox="1"/>
          <p:nvPr/>
        </p:nvSpPr>
        <p:spPr>
          <a:xfrm>
            <a:off x="762000" y="26035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Cloud &amp; Connectivity — Agentic AI &amp; Automation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258CE0-83E1-2F49-BFFC-1088F07DBC52}"/>
              </a:ext>
            </a:extLst>
          </p:cNvPr>
          <p:cNvSpPr/>
          <p:nvPr/>
        </p:nvSpPr>
        <p:spPr>
          <a:xfrm>
            <a:off x="762000" y="3403600"/>
            <a:ext cx="2540000" cy="381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3C891E-ACDF-6D41-AD2E-5C6C5C3514FB}"/>
              </a:ext>
            </a:extLst>
          </p:cNvPr>
          <p:cNvSpPr txBox="1"/>
          <p:nvPr/>
        </p:nvSpPr>
        <p:spPr>
          <a:xfrm>
            <a:off x="762000" y="36195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March 12, 2026  |  Cloud &amp; Connectivity Leadership 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666F1-0F50-0143-AA03-D49A3D17B4F7}"/>
              </a:ext>
            </a:extLst>
          </p:cNvPr>
          <p:cNvSpPr txBox="1"/>
          <p:nvPr/>
        </p:nvSpPr>
        <p:spPr>
          <a:xfrm>
            <a:off x="762000" y="60960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AAA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2026 Eli Lilly and Company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78785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57A933-929F-48F9-A6BB-DC67AEBB53E0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8B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68AB5-125A-CE4D-9AEF-7AF93F3367CE}"/>
              </a:ext>
            </a:extLst>
          </p:cNvPr>
          <p:cNvSpPr txBox="1"/>
          <p:nvPr/>
        </p:nvSpPr>
        <p:spPr>
          <a:xfrm>
            <a:off x="482600" y="0"/>
            <a:ext cx="112268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US" sz="1733" b="1" kern="0" spc="4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WORKSHOP FLOW &amp; DESIRED OUTCOMES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7182FE-EBED-FC48-9255-07D5D6986A2A}"/>
              </a:ext>
            </a:extLst>
          </p:cNvPr>
          <p:cNvSpPr/>
          <p:nvPr/>
        </p:nvSpPr>
        <p:spPr>
          <a:xfrm>
            <a:off x="850900" y="952500"/>
            <a:ext cx="457200" cy="457200"/>
          </a:xfrm>
          <a:prstGeom prst="ellipse">
            <a:avLst/>
          </a:prstGeom>
          <a:solidFill>
            <a:srgbClr val="D52B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+mn-ea"/>
                <a:cs typeface="+mn-cs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22E1F-F5C8-784C-B2A9-F50B22889774}"/>
              </a:ext>
            </a:extLst>
          </p:cNvPr>
          <p:cNvSpPr txBox="1"/>
          <p:nvPr/>
        </p:nvSpPr>
        <p:spPr>
          <a:xfrm>
            <a:off x="317500" y="14859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Introductions
&amp; Framing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97FF7EA7-1A0C-A144-A882-D482E38C817D}"/>
              </a:ext>
            </a:extLst>
          </p:cNvPr>
          <p:cNvSpPr/>
          <p:nvPr/>
        </p:nvSpPr>
        <p:spPr>
          <a:xfrm>
            <a:off x="1854200" y="1130300"/>
            <a:ext cx="127000" cy="1270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277313-B95E-8147-9B39-321062C16F71}"/>
              </a:ext>
            </a:extLst>
          </p:cNvPr>
          <p:cNvSpPr/>
          <p:nvPr/>
        </p:nvSpPr>
        <p:spPr>
          <a:xfrm>
            <a:off x="2527300" y="952500"/>
            <a:ext cx="457200" cy="457200"/>
          </a:xfrm>
          <a:prstGeom prst="ellipse">
            <a:avLst/>
          </a:prstGeom>
          <a:solidFill>
            <a:srgbClr val="0063B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+mn-ea"/>
                <a:cs typeface="+mn-cs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517CC-0EA2-2B4B-8C72-CAB3FA7F905A}"/>
              </a:ext>
            </a:extLst>
          </p:cNvPr>
          <p:cNvSpPr txBox="1"/>
          <p:nvPr/>
        </p:nvSpPr>
        <p:spPr>
          <a:xfrm>
            <a:off x="1993900" y="14859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Stakeholder
Map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13C1F70-4DF1-1841-9E24-03A45DCB6962}"/>
              </a:ext>
            </a:extLst>
          </p:cNvPr>
          <p:cNvSpPr/>
          <p:nvPr/>
        </p:nvSpPr>
        <p:spPr>
          <a:xfrm>
            <a:off x="3530600" y="1130300"/>
            <a:ext cx="127000" cy="1270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5CC988-A199-1A48-8C7B-F7828102EB1E}"/>
              </a:ext>
            </a:extLst>
          </p:cNvPr>
          <p:cNvSpPr/>
          <p:nvPr/>
        </p:nvSpPr>
        <p:spPr>
          <a:xfrm>
            <a:off x="4203700" y="952500"/>
            <a:ext cx="457200" cy="457200"/>
          </a:xfrm>
          <a:prstGeom prst="ellipse">
            <a:avLst/>
          </a:prstGeom>
          <a:solidFill>
            <a:srgbClr val="007A3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+mn-ea"/>
                <a:cs typeface="+mn-cs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C4F92B-F3A8-5F48-B08D-8E19C8137FC4}"/>
              </a:ext>
            </a:extLst>
          </p:cNvPr>
          <p:cNvSpPr txBox="1"/>
          <p:nvPr/>
        </p:nvSpPr>
        <p:spPr>
          <a:xfrm>
            <a:off x="3670300" y="14859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Empathy
Map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3211E11-1283-F542-9BE7-F6DFF3176C60}"/>
              </a:ext>
            </a:extLst>
          </p:cNvPr>
          <p:cNvSpPr/>
          <p:nvPr/>
        </p:nvSpPr>
        <p:spPr>
          <a:xfrm>
            <a:off x="5207000" y="1130300"/>
            <a:ext cx="127000" cy="1270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322809F-E023-0C41-AC16-78E63F8BF4A5}"/>
              </a:ext>
            </a:extLst>
          </p:cNvPr>
          <p:cNvSpPr/>
          <p:nvPr/>
        </p:nvSpPr>
        <p:spPr>
          <a:xfrm>
            <a:off x="5880100" y="952500"/>
            <a:ext cx="457200" cy="457200"/>
          </a:xfrm>
          <a:prstGeom prst="ellipse">
            <a:avLst/>
          </a:prstGeom>
          <a:solidFill>
            <a:srgbClr val="6D207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+mn-ea"/>
                <a:cs typeface="+mn-cs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EBBD8F-6F19-C745-A9F7-92471450774A}"/>
              </a:ext>
            </a:extLst>
          </p:cNvPr>
          <p:cNvSpPr txBox="1"/>
          <p:nvPr/>
        </p:nvSpPr>
        <p:spPr>
          <a:xfrm>
            <a:off x="5346700" y="14859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Scenario
Map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D0D6DC3-343E-7349-A401-39CD2FC2F483}"/>
              </a:ext>
            </a:extLst>
          </p:cNvPr>
          <p:cNvSpPr/>
          <p:nvPr/>
        </p:nvSpPr>
        <p:spPr>
          <a:xfrm>
            <a:off x="6883400" y="1130300"/>
            <a:ext cx="127000" cy="1270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360C2EC-E5DC-0547-A982-5E9058D40F2E}"/>
              </a:ext>
            </a:extLst>
          </p:cNvPr>
          <p:cNvSpPr/>
          <p:nvPr/>
        </p:nvSpPr>
        <p:spPr>
          <a:xfrm>
            <a:off x="7556500" y="952500"/>
            <a:ext cx="457200" cy="457200"/>
          </a:xfrm>
          <a:prstGeom prst="ellipse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+mn-ea"/>
                <a:cs typeface="+mn-cs"/>
              </a:rPr>
              <a:t>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FD4FA2-8C68-6F4F-BA3F-42EC230B9193}"/>
              </a:ext>
            </a:extLst>
          </p:cNvPr>
          <p:cNvSpPr txBox="1"/>
          <p:nvPr/>
        </p:nvSpPr>
        <p:spPr>
          <a:xfrm>
            <a:off x="7023100" y="14859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Big Ideas
Vignettes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A0B64347-1E2B-5D46-851C-AF0AE343F057}"/>
              </a:ext>
            </a:extLst>
          </p:cNvPr>
          <p:cNvSpPr/>
          <p:nvPr/>
        </p:nvSpPr>
        <p:spPr>
          <a:xfrm>
            <a:off x="8559800" y="1130300"/>
            <a:ext cx="127000" cy="1270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34FC27C-5835-F249-8503-3877C4B61C50}"/>
              </a:ext>
            </a:extLst>
          </p:cNvPr>
          <p:cNvSpPr/>
          <p:nvPr/>
        </p:nvSpPr>
        <p:spPr>
          <a:xfrm>
            <a:off x="9232900" y="952500"/>
            <a:ext cx="457200" cy="457200"/>
          </a:xfrm>
          <a:prstGeom prst="ellipse">
            <a:avLst/>
          </a:prstGeom>
          <a:solidFill>
            <a:srgbClr val="00A3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+mn-ea"/>
                <a:cs typeface="+mn-cs"/>
              </a:rPr>
              <a:t>06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27F6C7-BDD7-4340-AD2D-B25BFD9DA82D}"/>
              </a:ext>
            </a:extLst>
          </p:cNvPr>
          <p:cNvSpPr txBox="1"/>
          <p:nvPr/>
        </p:nvSpPr>
        <p:spPr>
          <a:xfrm>
            <a:off x="8699500" y="14859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Assumptions
&amp; Questions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C8B06FA3-1B90-214A-97F2-94C680A74495}"/>
              </a:ext>
            </a:extLst>
          </p:cNvPr>
          <p:cNvSpPr/>
          <p:nvPr/>
        </p:nvSpPr>
        <p:spPr>
          <a:xfrm>
            <a:off x="10236200" y="1130300"/>
            <a:ext cx="127000" cy="1270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88A49B-09D3-9E43-BECD-C42541C7ED96}"/>
              </a:ext>
            </a:extLst>
          </p:cNvPr>
          <p:cNvSpPr/>
          <p:nvPr/>
        </p:nvSpPr>
        <p:spPr>
          <a:xfrm>
            <a:off x="10909300" y="952500"/>
            <a:ext cx="457200" cy="457200"/>
          </a:xfrm>
          <a:prstGeom prst="ellipse">
            <a:avLst/>
          </a:prstGeom>
          <a:solidFill>
            <a:srgbClr val="D52B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110004020202020204"/>
                <a:ea typeface="+mn-ea"/>
                <a:cs typeface="+mn-cs"/>
              </a:rPr>
              <a:t>07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5F7BB3-707C-A44B-884A-FA4683C6EA5B}"/>
              </a:ext>
            </a:extLst>
          </p:cNvPr>
          <p:cNvSpPr txBox="1"/>
          <p:nvPr/>
        </p:nvSpPr>
        <p:spPr>
          <a:xfrm>
            <a:off x="10375900" y="1485900"/>
            <a:ext cx="152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Prioritization
&amp; Roadmap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3FE559-F633-7D47-A24B-AE16FA80130A}"/>
              </a:ext>
            </a:extLst>
          </p:cNvPr>
          <p:cNvSpPr txBox="1"/>
          <p:nvPr/>
        </p:nvSpPr>
        <p:spPr>
          <a:xfrm>
            <a:off x="508000" y="2286000"/>
            <a:ext cx="11176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Desired Outcomes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FD7E923-0296-8D4A-B324-94D54DDAD380}"/>
              </a:ext>
            </a:extLst>
          </p:cNvPr>
          <p:cNvSpPr/>
          <p:nvPr/>
        </p:nvSpPr>
        <p:spPr>
          <a:xfrm>
            <a:off x="508000" y="2794000"/>
            <a:ext cx="2628900" cy="1778000"/>
          </a:xfrm>
          <a:prstGeom prst="round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2FAA50-8D40-7A4E-BEEA-20A9A50C9FC3}"/>
              </a:ext>
            </a:extLst>
          </p:cNvPr>
          <p:cNvSpPr txBox="1"/>
          <p:nvPr/>
        </p:nvSpPr>
        <p:spPr>
          <a:xfrm>
            <a:off x="635000" y="2895600"/>
            <a:ext cx="23749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Integrated One-Day
Workshop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4C3BCF-BE37-9C44-A4A4-DB5FD823DE6A}"/>
              </a:ext>
            </a:extLst>
          </p:cNvPr>
          <p:cNvSpPr txBox="1"/>
          <p:nvPr/>
        </p:nvSpPr>
        <p:spPr>
          <a:xfrm>
            <a:off x="635000" y="3581400"/>
            <a:ext cx="23749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single, structured session combining all critical design activities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47B12C6-47E4-7C40-8847-0D2582A3120F}"/>
              </a:ext>
            </a:extLst>
          </p:cNvPr>
          <p:cNvSpPr/>
          <p:nvPr/>
        </p:nvSpPr>
        <p:spPr>
          <a:xfrm>
            <a:off x="3289300" y="2794000"/>
            <a:ext cx="2628900" cy="1778000"/>
          </a:xfrm>
          <a:prstGeom prst="round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14BF6D-47FB-9D4C-B44C-30F2DDCB41FB}"/>
              </a:ext>
            </a:extLst>
          </p:cNvPr>
          <p:cNvSpPr txBox="1"/>
          <p:nvPr/>
        </p:nvSpPr>
        <p:spPr>
          <a:xfrm>
            <a:off x="3416300" y="2895600"/>
            <a:ext cx="23749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AI-Enabled
Facilitation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E5D49A-7205-AB4D-8211-2C3A9325BB20}"/>
              </a:ext>
            </a:extLst>
          </p:cNvPr>
          <p:cNvSpPr txBox="1"/>
          <p:nvPr/>
        </p:nvSpPr>
        <p:spPr>
          <a:xfrm>
            <a:off x="3416300" y="3581400"/>
            <a:ext cx="23749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Experienced facilitation supported by AI tools accelerates discovery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9BB34C8-D21A-8F44-A0C8-58234873A4B4}"/>
              </a:ext>
            </a:extLst>
          </p:cNvPr>
          <p:cNvSpPr/>
          <p:nvPr/>
        </p:nvSpPr>
        <p:spPr>
          <a:xfrm>
            <a:off x="6070600" y="2794000"/>
            <a:ext cx="2628900" cy="1778000"/>
          </a:xfrm>
          <a:prstGeom prst="round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21CA31-2674-BC41-9C3F-5AC98612CF2C}"/>
              </a:ext>
            </a:extLst>
          </p:cNvPr>
          <p:cNvSpPr txBox="1"/>
          <p:nvPr/>
        </p:nvSpPr>
        <p:spPr>
          <a:xfrm>
            <a:off x="6197600" y="2895600"/>
            <a:ext cx="23749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Collaborative Design
&amp; Roadmap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6BB576-9892-C94B-BA29-FFE5F984EF71}"/>
              </a:ext>
            </a:extLst>
          </p:cNvPr>
          <p:cNvSpPr txBox="1"/>
          <p:nvPr/>
        </p:nvSpPr>
        <p:spPr>
          <a:xfrm>
            <a:off x="6197600" y="3581400"/>
            <a:ext cx="23749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Teams co-create current and future states with prioritized roadmap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F695668-2EA9-8842-A0E6-8FE772A16D67}"/>
              </a:ext>
            </a:extLst>
          </p:cNvPr>
          <p:cNvSpPr/>
          <p:nvPr/>
        </p:nvSpPr>
        <p:spPr>
          <a:xfrm>
            <a:off x="8851900" y="2794000"/>
            <a:ext cx="2628900" cy="1778000"/>
          </a:xfrm>
          <a:prstGeom prst="roundRect">
            <a:avLst/>
          </a:prstGeom>
          <a:solidFill>
            <a:srgbClr val="F5F5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1CAF85-6516-6941-ACD6-BFE45E1ED6FB}"/>
              </a:ext>
            </a:extLst>
          </p:cNvPr>
          <p:cNvSpPr txBox="1"/>
          <p:nvPr/>
        </p:nvSpPr>
        <p:spPr>
          <a:xfrm>
            <a:off x="8978900" y="2895600"/>
            <a:ext cx="23749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Faster Decision-Making
with Governance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267060-B5A5-2043-B059-2F6190311F95}"/>
              </a:ext>
            </a:extLst>
          </p:cNvPr>
          <p:cNvSpPr txBox="1"/>
          <p:nvPr/>
        </p:nvSpPr>
        <p:spPr>
          <a:xfrm>
            <a:off x="8978900" y="3581400"/>
            <a:ext cx="23749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Leadership-ready strategy outputs delivered same day</a:t>
            </a:r>
          </a:p>
        </p:txBody>
      </p:sp>
    </p:spTree>
    <p:extLst>
      <p:ext uri="{BB962C8B-B14F-4D97-AF65-F5344CB8AC3E}">
        <p14:creationId xmlns:p14="http://schemas.microsoft.com/office/powerpoint/2010/main" val="474640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05D14A-F41A-4867-BDA5-0DA980B12FF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8B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2" name="Title"/>
          <p:cNvSpPr txBox="1"/>
          <p:nvPr/>
        </p:nvSpPr>
        <p:spPr>
          <a:xfrm>
            <a:off x="482600" y="0"/>
            <a:ext cx="11226800" cy="685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 anchorCtr="0"/>
          <a:lstStyle/>
          <a:p>
            <a:r>
              <a:rPr lang="en-US" sz="1733" b="1" kern="0" spc="4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WORKSHOP PARTICIPANTS &amp; FACILITATORS</a:t>
            </a:r>
          </a:p>
        </p:txBody>
      </p:sp>
      <p:sp>
        <p:nvSpPr>
          <p:cNvPr id="104" name="PartHeader"/>
          <p:cNvSpPr txBox="1"/>
          <p:nvPr/>
        </p:nvSpPr>
        <p:spPr>
          <a:xfrm>
            <a:off x="508000" y="736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Arial"/>
              </a:rPr>
              <a:t>WORKSHOP PARTICIPANTS</a:t>
            </a:r>
          </a:p>
        </p:txBody>
      </p:sp>
      <p:sp>
        <p:nvSpPr>
          <p:cNvPr id="105" name="P0BG"/>
          <p:cNvSpPr/>
          <p:nvPr/>
        </p:nvSpPr>
        <p:spPr>
          <a:xfrm>
            <a:off x="508000" y="10668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06" name="P0Acc"/>
          <p:cNvSpPr/>
          <p:nvPr/>
        </p:nvSpPr>
        <p:spPr>
          <a:xfrm>
            <a:off x="508000" y="10668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07" name="P0Txt"/>
          <p:cNvSpPr txBox="1"/>
          <p:nvPr/>
        </p:nvSpPr>
        <p:spPr>
          <a:xfrm>
            <a:off x="685800" y="10668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Greg Johnson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Infrastructure Leader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Sr. Exec, Private Cloud / Hosting / InfraOps</a:t>
            </a:r>
          </a:p>
        </p:txBody>
      </p:sp>
      <p:sp>
        <p:nvSpPr>
          <p:cNvPr id="108" name="P1BG"/>
          <p:cNvSpPr/>
          <p:nvPr/>
        </p:nvSpPr>
        <p:spPr>
          <a:xfrm>
            <a:off x="508000" y="19050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09" name="P1Acc"/>
          <p:cNvSpPr/>
          <p:nvPr/>
        </p:nvSpPr>
        <p:spPr>
          <a:xfrm>
            <a:off x="508000" y="19050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10" name="P1Txt"/>
          <p:cNvSpPr txBox="1"/>
          <p:nvPr/>
        </p:nvSpPr>
        <p:spPr>
          <a:xfrm>
            <a:off x="685800" y="19050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Chris Lesniewski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Cloud &amp; Connectivity AVP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Executive leader, C&amp;C strategy &amp; alignment</a:t>
            </a:r>
          </a:p>
        </p:txBody>
      </p:sp>
      <p:sp>
        <p:nvSpPr>
          <p:cNvPr id="111" name="P2BG"/>
          <p:cNvSpPr/>
          <p:nvPr/>
        </p:nvSpPr>
        <p:spPr>
          <a:xfrm>
            <a:off x="508000" y="27432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12" name="P2Acc"/>
          <p:cNvSpPr/>
          <p:nvPr/>
        </p:nvSpPr>
        <p:spPr>
          <a:xfrm>
            <a:off x="508000" y="27432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13" name="P2Txt"/>
          <p:cNvSpPr txBox="1"/>
          <p:nvPr/>
        </p:nvSpPr>
        <p:spPr>
          <a:xfrm>
            <a:off x="685800" y="27432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David Fleming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AIOps &amp; Observability Leader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AIOps platform &amp; observability, reducing MTTR</a:t>
            </a:r>
          </a:p>
        </p:txBody>
      </p:sp>
      <p:sp>
        <p:nvSpPr>
          <p:cNvPr id="114" name="P3BG"/>
          <p:cNvSpPr/>
          <p:nvPr/>
        </p:nvSpPr>
        <p:spPr>
          <a:xfrm>
            <a:off x="508000" y="35814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15" name="P3Acc"/>
          <p:cNvSpPr/>
          <p:nvPr/>
        </p:nvSpPr>
        <p:spPr>
          <a:xfrm>
            <a:off x="508000" y="35814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16" name="P3Txt"/>
          <p:cNvSpPr txBox="1"/>
          <p:nvPr/>
        </p:nvSpPr>
        <p:spPr>
          <a:xfrm>
            <a:off x="685800" y="35814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Mark Pearce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Enterprise Connectivity Leader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Sr. Director, Enterprise Connectivity</a:t>
            </a:r>
          </a:p>
        </p:txBody>
      </p:sp>
      <p:sp>
        <p:nvSpPr>
          <p:cNvPr id="117" name="P4BG"/>
          <p:cNvSpPr/>
          <p:nvPr/>
        </p:nvSpPr>
        <p:spPr>
          <a:xfrm>
            <a:off x="508000" y="44196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18" name="P4Acc"/>
          <p:cNvSpPr/>
          <p:nvPr/>
        </p:nvSpPr>
        <p:spPr>
          <a:xfrm>
            <a:off x="508000" y="44196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19" name="P4Txt"/>
          <p:cNvSpPr txBox="1"/>
          <p:nvPr/>
        </p:nvSpPr>
        <p:spPr>
          <a:xfrm>
            <a:off x="685800" y="44196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Jon Klinginsmith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HPC / Adv. Computing Leader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Leader, Public Cloud &amp; High Performance Computing</a:t>
            </a:r>
          </a:p>
        </p:txBody>
      </p:sp>
      <p:sp>
        <p:nvSpPr>
          <p:cNvPr id="120" name="P5BG"/>
          <p:cNvSpPr/>
          <p:nvPr/>
        </p:nvSpPr>
        <p:spPr>
          <a:xfrm>
            <a:off x="6223000" y="10668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21" name="P5Acc"/>
          <p:cNvSpPr/>
          <p:nvPr/>
        </p:nvSpPr>
        <p:spPr>
          <a:xfrm>
            <a:off x="6223000" y="10668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22" name="P5Txt"/>
          <p:cNvSpPr txBox="1"/>
          <p:nvPr/>
        </p:nvSpPr>
        <p:spPr>
          <a:xfrm>
            <a:off x="6400800" y="10668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Todd Walters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Enterprise Architect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Enterprise Cloud Infrastructure Architect</a:t>
            </a:r>
          </a:p>
        </p:txBody>
      </p:sp>
      <p:sp>
        <p:nvSpPr>
          <p:cNvPr id="123" name="P6BG"/>
          <p:cNvSpPr/>
          <p:nvPr/>
        </p:nvSpPr>
        <p:spPr>
          <a:xfrm>
            <a:off x="6223000" y="19050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24" name="P6Acc"/>
          <p:cNvSpPr/>
          <p:nvPr/>
        </p:nvSpPr>
        <p:spPr>
          <a:xfrm>
            <a:off x="6223000" y="19050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25" name="P6Txt"/>
          <p:cNvSpPr txBox="1"/>
          <p:nvPr/>
        </p:nvSpPr>
        <p:spPr>
          <a:xfrm>
            <a:off x="6400800" y="19050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Michelle Carr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Infra Business Manager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Financial activities, purchasing &amp; ops coordination</a:t>
            </a:r>
          </a:p>
        </p:txBody>
      </p:sp>
      <p:sp>
        <p:nvSpPr>
          <p:cNvPr id="126" name="P7BG"/>
          <p:cNvSpPr/>
          <p:nvPr/>
        </p:nvSpPr>
        <p:spPr>
          <a:xfrm>
            <a:off x="6223000" y="27432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27" name="P7Acc"/>
          <p:cNvSpPr/>
          <p:nvPr/>
        </p:nvSpPr>
        <p:spPr>
          <a:xfrm>
            <a:off x="6223000" y="27432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28" name="P7Txt"/>
          <p:cNvSpPr txBox="1"/>
          <p:nvPr/>
        </p:nvSpPr>
        <p:spPr>
          <a:xfrm>
            <a:off x="6400800" y="27432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Karl Mayer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Enterprise Architect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Digital Core Lead Architect</a:t>
            </a:r>
          </a:p>
        </p:txBody>
      </p:sp>
      <p:sp>
        <p:nvSpPr>
          <p:cNvPr id="129" name="P8BG"/>
          <p:cNvSpPr/>
          <p:nvPr/>
        </p:nvSpPr>
        <p:spPr>
          <a:xfrm>
            <a:off x="6223000" y="35814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30" name="P8Acc"/>
          <p:cNvSpPr/>
          <p:nvPr/>
        </p:nvSpPr>
        <p:spPr>
          <a:xfrm>
            <a:off x="6223000" y="35814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31" name="P8Txt"/>
          <p:cNvSpPr txBox="1"/>
          <p:nvPr/>
        </p:nvSpPr>
        <p:spPr>
          <a:xfrm>
            <a:off x="6400800" y="35814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Shweta Choudhary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Director, Cloud &amp; Connectivity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Strategy, roadmap &amp; agentic AI alignment</a:t>
            </a:r>
          </a:p>
        </p:txBody>
      </p:sp>
      <p:sp>
        <p:nvSpPr>
          <p:cNvPr id="132" name="P9BG"/>
          <p:cNvSpPr/>
          <p:nvPr/>
        </p:nvSpPr>
        <p:spPr>
          <a:xfrm>
            <a:off x="6223000" y="4419600"/>
            <a:ext cx="5461000" cy="736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33" name="P9Acc"/>
          <p:cNvSpPr/>
          <p:nvPr/>
        </p:nvSpPr>
        <p:spPr>
          <a:xfrm>
            <a:off x="6223000" y="4419600"/>
            <a:ext cx="50800" cy="7366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34" name="P9Txt"/>
          <p:cNvSpPr txBox="1"/>
          <p:nvPr/>
        </p:nvSpPr>
        <p:spPr>
          <a:xfrm>
            <a:off x="6400800" y="4419600"/>
            <a:ext cx="5232400" cy="7366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Mary Jane Turnmire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— 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US Campus Strategy &amp; Intern Program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Campus strategy and intern program leader</a:t>
            </a:r>
          </a:p>
        </p:txBody>
      </p:sp>
      <p:sp>
        <p:nvSpPr>
          <p:cNvPr id="135" name="FacHeader"/>
          <p:cNvSpPr txBox="1"/>
          <p:nvPr/>
        </p:nvSpPr>
        <p:spPr>
          <a:xfrm>
            <a:off x="508000" y="5359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D52B1E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WORKSHOP FACILITATORS</a:t>
            </a:r>
          </a:p>
        </p:txBody>
      </p:sp>
      <p:sp>
        <p:nvSpPr>
          <p:cNvPr id="136" name="Fac0BG"/>
          <p:cNvSpPr/>
          <p:nvPr/>
        </p:nvSpPr>
        <p:spPr>
          <a:xfrm>
            <a:off x="508000" y="5689600"/>
            <a:ext cx="3556000" cy="533400"/>
          </a:xfrm>
          <a:prstGeom prst="roundRect">
            <a:avLst/>
          </a:prstGeom>
          <a:solidFill>
            <a:srgbClr val="F5F0F0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37" name="Fac0Acc"/>
          <p:cNvSpPr/>
          <p:nvPr/>
        </p:nvSpPr>
        <p:spPr>
          <a:xfrm>
            <a:off x="508000" y="5689600"/>
            <a:ext cx="50800" cy="5334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38" name="Fac0Txt"/>
          <p:cNvSpPr txBox="1"/>
          <p:nvPr/>
        </p:nvSpPr>
        <p:spPr>
          <a:xfrm>
            <a:off x="685800" y="5689600"/>
            <a:ext cx="3327400" cy="533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Greg Graf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Automation Lead Architect</a:t>
            </a:r>
          </a:p>
        </p:txBody>
      </p:sp>
      <p:sp>
        <p:nvSpPr>
          <p:cNvPr id="139" name="Fac1BG"/>
          <p:cNvSpPr/>
          <p:nvPr/>
        </p:nvSpPr>
        <p:spPr>
          <a:xfrm>
            <a:off x="4191000" y="5689600"/>
            <a:ext cx="3556000" cy="533400"/>
          </a:xfrm>
          <a:prstGeom prst="roundRect">
            <a:avLst/>
          </a:prstGeom>
          <a:solidFill>
            <a:srgbClr val="F5F0F0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40" name="Fac1Acc"/>
          <p:cNvSpPr/>
          <p:nvPr/>
        </p:nvSpPr>
        <p:spPr>
          <a:xfrm>
            <a:off x="4191000" y="5689600"/>
            <a:ext cx="50800" cy="5334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41" name="Fac1Txt"/>
          <p:cNvSpPr txBox="1"/>
          <p:nvPr/>
        </p:nvSpPr>
        <p:spPr>
          <a:xfrm>
            <a:off x="4368800" y="5689600"/>
            <a:ext cx="3327400" cy="533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Matt Wambsganss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Workshop Facilitator</a:t>
            </a:r>
          </a:p>
        </p:txBody>
      </p:sp>
      <p:sp>
        <p:nvSpPr>
          <p:cNvPr id="142" name="Fac2BG"/>
          <p:cNvSpPr/>
          <p:nvPr/>
        </p:nvSpPr>
        <p:spPr>
          <a:xfrm>
            <a:off x="7874000" y="5689600"/>
            <a:ext cx="3556000" cy="533400"/>
          </a:xfrm>
          <a:prstGeom prst="roundRect">
            <a:avLst/>
          </a:prstGeom>
          <a:solidFill>
            <a:srgbClr val="F5F0F0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43" name="Fac2Acc"/>
          <p:cNvSpPr/>
          <p:nvPr/>
        </p:nvSpPr>
        <p:spPr>
          <a:xfrm>
            <a:off x="7874000" y="5689600"/>
            <a:ext cx="50800" cy="5334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144" name="Fac2Txt"/>
          <p:cNvSpPr txBox="1"/>
          <p:nvPr/>
        </p:nvSpPr>
        <p:spPr>
          <a:xfrm>
            <a:off x="8051800" y="5689600"/>
            <a:ext cx="3327400" cy="533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Joe Hohlier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Workshop Facilitator</a:t>
            </a:r>
          </a:p>
        </p:txBody>
      </p:sp>
      <p:sp>
        <p:nvSpPr>
          <p:cNvPr id="145" name="Footer"/>
          <p:cNvSpPr txBox="1"/>
          <p:nvPr/>
        </p:nvSpPr>
        <p:spPr>
          <a:xfrm>
            <a:off x="508000" y="6680200"/>
            <a:ext cx="1117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Design Thinking — Agentic AI Workshop | Cloud &amp; Connectivity | March 12, 2026</a:t>
            </a:r>
          </a:p>
        </p:txBody>
      </p:sp>
    </p:spTree>
    <p:extLst>
      <p:ext uri="{BB962C8B-B14F-4D97-AF65-F5344CB8AC3E}">
        <p14:creationId xmlns:p14="http://schemas.microsoft.com/office/powerpoint/2010/main" val="417625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Bar"/>
          <p:cNvSpPr txBox="1"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457200" tIns="91440" rIns="91440" bIns="91440" anchor="ctr"/>
          <a:lstStyle/>
          <a:p>
            <a:r>
              <a:rPr lang="en-US" sz="1733" b="1" kern="0" spc="400">
                <a:solidFill>
                  <a:srgbClr val="FFFFFF"/>
                </a:solidFill>
                <a:latin typeface="Arial Black"/>
              </a:rPr>
              <a:t>EXECUTIVE SUMMARY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57200" y="7300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/>
          <a:lstStyle/>
          <a:p>
            <a:r>
              <a:rPr lang="en-US" sz="1200" b="0" i="1">
                <a:solidFill>
                  <a:srgbClr val="555555"/>
                </a:solidFill>
                <a:latin typeface="Arial"/>
              </a:rPr>
              <a:t>Design Thinking Workshop  |  Cloud &amp; Connectivity — Agentic AI &amp; Automation  |  March 12, 2026</a:t>
            </a:r>
          </a:p>
        </p:txBody>
      </p:sp>
      <p:sp>
        <p:nvSpPr>
          <p:cNvPr id="200" name="LeftHdr"/>
          <p:cNvSpPr txBox="1"/>
          <p:nvPr/>
        </p:nvSpPr>
        <p:spPr>
          <a:xfrm>
            <a:off x="457200" y="1097280"/>
            <a:ext cx="3581400" cy="3048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76200" rIns="152400" bIns="76200" anchor="ctr"/>
          <a:lstStyle/>
          <a:p>
            <a:r>
              <a:rPr lang="en-US" sz="1300" b="1">
                <a:solidFill>
                  <a:srgbClr val="FFFFFF"/>
                </a:solidFill>
                <a:latin typeface="Arial"/>
              </a:rPr>
              <a:t>PURPOSE &amp; APPROACH</a:t>
            </a:r>
          </a:p>
        </p:txBody>
      </p:sp>
      <p:sp>
        <p:nvSpPr>
          <p:cNvPr id="201" name="LeftContent"/>
          <p:cNvSpPr txBox="1"/>
          <p:nvPr/>
        </p:nvSpPr>
        <p:spPr>
          <a:xfrm>
            <a:off x="457200" y="1402080"/>
            <a:ext cx="3581400" cy="2057400"/>
          </a:xfrm>
          <a:prstGeom prst="rect">
            <a:avLst/>
          </a:prstGeom>
          <a:solidFill>
            <a:srgbClr val="F9F3F3"/>
          </a:solidFill>
          <a:ln w="12700">
            <a:solidFill>
              <a:srgbClr val="D9A0A0"/>
            </a:solidFill>
          </a:ln>
        </p:spPr>
        <p:txBody>
          <a:bodyPr wrap="square" lIns="182880" tIns="152400" rIns="182880" bIns="15240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1">
                <a:solidFill>
                  <a:srgbClr val="8B0000"/>
                </a:solidFill>
                <a:latin typeface="Arial"/>
              </a:rPr>
              <a:t>A fully digital Design Thinking session</a:t>
            </a:r>
          </a:p>
          <a:p>
            <a:pPr>
              <a:lnSpc>
                <a:spcPts val="1400"/>
              </a:lnSpc>
              <a:spcBef>
                <a:spcPts val="100"/>
              </a:spcBef>
              <a:spcAft>
                <a:spcPts val="300"/>
              </a:spcAft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Teams chat was the primary input — “less talking, more writing” ensured equal voice and consistent capture.</a:t>
            </a:r>
          </a:p>
          <a:p>
            <a:pPr>
              <a:lnSpc>
                <a:spcPts val="1400"/>
              </a:lnSpc>
              <a:spcBef>
                <a:spcPts val="200"/>
              </a:spcBef>
              <a:spcAft>
                <a:spcPts val="300"/>
              </a:spcAft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10 senior leaders attended, spanning Public Cloud, Private Cloud, HPC, AIOps, Enterprise Connectivity, Architecture, and Business Management.</a:t>
            </a:r>
          </a:p>
          <a:p>
            <a:pPr>
              <a:lnSpc>
                <a:spcPts val="1400"/>
              </a:lnSpc>
              <a:spcBef>
                <a:spcPts val="100"/>
              </a:spcBef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7 structured exercises run in one day — producing a leadership-ready agentic strategy and roadmap.</a:t>
            </a:r>
          </a:p>
        </p:txBody>
      </p:sp>
      <p:sp>
        <p:nvSpPr>
          <p:cNvPr id="300" name="MidHdr"/>
          <p:cNvSpPr txBox="1"/>
          <p:nvPr/>
        </p:nvSpPr>
        <p:spPr>
          <a:xfrm>
            <a:off x="4267200" y="1097280"/>
            <a:ext cx="3581400" cy="3048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76200" rIns="152400" bIns="76200" anchor="ctr"/>
          <a:lstStyle/>
          <a:p>
            <a:r>
              <a:rPr lang="en-US" sz="1300" b="1">
                <a:solidFill>
                  <a:srgbClr val="FFFFFF"/>
                </a:solidFill>
                <a:latin typeface="Arial"/>
              </a:rPr>
              <a:t>TOP PAIN THEMES</a:t>
            </a:r>
          </a:p>
        </p:txBody>
      </p:sp>
      <p:sp>
        <p:nvSpPr>
          <p:cNvPr id="301" name="MidContent"/>
          <p:cNvSpPr txBox="1"/>
          <p:nvPr/>
        </p:nvSpPr>
        <p:spPr>
          <a:xfrm>
            <a:off x="4267200" y="1402080"/>
            <a:ext cx="3581400" cy="2057400"/>
          </a:xfrm>
          <a:prstGeom prst="rect">
            <a:avLst/>
          </a:prstGeom>
          <a:solidFill>
            <a:srgbClr val="F9F3F3"/>
          </a:solidFill>
          <a:ln w="12700">
            <a:solidFill>
              <a:srgbClr val="D9A0A0"/>
            </a:solidFill>
          </a:ln>
        </p:spPr>
        <p:txBody>
          <a:bodyPr wrap="square" lIns="182880" tIns="152400" rIns="182880" bIns="15240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50"/>
              </a:spcAft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Manual &amp; reactive operations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250"/>
              </a:spcAft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Teams overwhelmed by fire-fighting, toil, and inability to prioritize innovation over incidents.</a:t>
            </a:r>
          </a:p>
          <a:p>
            <a:pPr>
              <a:lnSpc>
                <a:spcPts val="1400"/>
              </a:lnSpc>
              <a:spcBef>
                <a:spcPts val="250"/>
              </a:spcBef>
              <a:spcAft>
                <a:spcPts val="250"/>
              </a:spcAft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Fragmented tooling &amp; data silos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250"/>
              </a:spcAft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Siloed monitoring, inaccurate CMDB, and no single front door for work intake or purchasing.</a:t>
            </a:r>
          </a:p>
          <a:p>
            <a:pPr>
              <a:lnSpc>
                <a:spcPts val="1400"/>
              </a:lnSpc>
              <a:spcBef>
                <a:spcPts val="250"/>
              </a:spcBef>
              <a:spcAft>
                <a:spcPts val="250"/>
              </a:spcAft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Misalignment &amp; tribal knowledge risk</a:t>
            </a:r>
          </a:p>
          <a:p>
            <a:pPr>
              <a:lnSpc>
                <a:spcPts val="1300"/>
              </a:lnSpc>
              <a:spcBef>
                <a:spcPts val="0"/>
              </a:spcBef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Lack of cross-team alignment, Cyber friction, and high key-person dependency slow delivery.</a:t>
            </a:r>
          </a:p>
        </p:txBody>
      </p:sp>
      <p:sp>
        <p:nvSpPr>
          <p:cNvPr id="400" name="RightHdr"/>
          <p:cNvSpPr txBox="1"/>
          <p:nvPr/>
        </p:nvSpPr>
        <p:spPr>
          <a:xfrm>
            <a:off x="8077200" y="1097280"/>
            <a:ext cx="3657600" cy="3048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76200" rIns="152400" bIns="76200" anchor="ctr"/>
          <a:lstStyle/>
          <a:p>
            <a:r>
              <a:rPr lang="en-US" sz="1300" b="1">
                <a:solidFill>
                  <a:srgbClr val="FFFFFF"/>
                </a:solidFill>
                <a:latin typeface="Arial"/>
              </a:rPr>
              <a:t>ROADMAP HIGHLIGHTS</a:t>
            </a:r>
          </a:p>
        </p:txBody>
      </p:sp>
      <p:sp>
        <p:nvSpPr>
          <p:cNvPr id="401" name="RightContent"/>
          <p:cNvSpPr txBox="1"/>
          <p:nvPr/>
        </p:nvSpPr>
        <p:spPr>
          <a:xfrm>
            <a:off x="8077200" y="1402080"/>
            <a:ext cx="3657600" cy="2057400"/>
          </a:xfrm>
          <a:prstGeom prst="rect">
            <a:avLst/>
          </a:prstGeom>
          <a:solidFill>
            <a:srgbClr val="F9F3F3"/>
          </a:solidFill>
          <a:ln w="12700">
            <a:solidFill>
              <a:srgbClr val="D9A0A0"/>
            </a:solidFill>
          </a:ln>
        </p:spPr>
        <p:txBody>
          <a:bodyPr wrap="square" lIns="182880" tIns="152400" rIns="182880" bIns="15240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Near-term (6-12 mo):</a:t>
            </a:r>
          </a:p>
          <a:p>
            <a:pPr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050" b="0">
                <a:solidFill>
                  <a:srgbClr val="333333"/>
                </a:solidFill>
                <a:latin typeface="Arial"/>
              </a:rPr>
              <a:t>CMDB refresh, unified inventory, health assessment automation, single purchasing intake, incident-to-change correlation, and upskilling for agentic tools.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Long-term (1-3 yr):</a:t>
            </a:r>
          </a:p>
          <a:p>
            <a:pPr>
              <a:lnSpc>
                <a:spcPts val="1400"/>
              </a:lnSpc>
              <a:spcBef>
                <a:spcPts val="0"/>
              </a:spcBef>
            </a:pPr>
            <a:r>
              <a:rPr lang="en-US" sz="1050" b="0">
                <a:solidFill>
                  <a:srgbClr val="333333"/>
                </a:solidFill>
                <a:latin typeface="Arial"/>
              </a:rPr>
              <a:t>Unified Ops model &amp; Service Response COE, enterprise observability, autonomous self-healing, full as-code adoption, and QA document automation.</a:t>
            </a:r>
          </a:p>
        </p:txBody>
      </p:sp>
      <p:sp>
        <p:nvSpPr>
          <p:cNvPr id="500" name="BotRowHdr"/>
          <p:cNvSpPr txBox="1"/>
          <p:nvPr/>
        </p:nvSpPr>
        <p:spPr>
          <a:xfrm>
            <a:off x="457200" y="3612480"/>
            <a:ext cx="11277600" cy="26670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txBody>
          <a:bodyPr wrap="square" lIns="152400" tIns="60960" rIns="152400" bIns="60960" anchor="ctr"/>
          <a:lstStyle/>
          <a:p>
            <a:r>
              <a:rPr lang="en-US" sz="1200" b="1">
                <a:solidFill>
                  <a:srgbClr val="FFFFFF"/>
                </a:solidFill>
                <a:latin typeface="Arial"/>
              </a:rPr>
              <a:t>TOP BIG IDEAS — 21 IDEAS PRIORITIZED, 9 NO-BRAINERS IDENTIFIED</a:t>
            </a:r>
          </a:p>
        </p:txBody>
      </p:sp>
      <p:sp>
        <p:nvSpPr>
          <p:cNvPr id="501" name="Idea1"/>
          <p:cNvSpPr txBox="1"/>
          <p:nvPr/>
        </p:nvSpPr>
        <p:spPr>
          <a:xfrm>
            <a:off x="457200" y="3917280"/>
            <a:ext cx="2700000" cy="2590800"/>
          </a:xfrm>
          <a:prstGeom prst="rect">
            <a:avLst/>
          </a:prstGeom>
          <a:solidFill>
            <a:srgbClr val="FFF8F8"/>
          </a:solidFill>
          <a:ln w="19050">
            <a:solidFill>
              <a:srgbClr val="8B0000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8B0000"/>
                </a:solidFill>
                <a:latin typeface="Arial"/>
              </a:rPr>
              <a:t>Autonomous Ops</a:t>
            </a:r>
          </a:p>
          <a:p>
            <a:pPr>
              <a:lnSpc>
                <a:spcPts val="1300"/>
              </a:lnSpc>
              <a:spcBef>
                <a:spcPts val="0"/>
              </a:spcBef>
            </a:pPr>
            <a:r>
              <a:rPr lang="en-US" sz="1050" b="0">
                <a:solidFill>
                  <a:srgbClr val="333333"/>
                </a:solidFill>
                <a:latin typeface="Arial"/>
              </a:rPr>
              <a:t>Low/no-touch operations with 90% self-healing infrastructure. AIOps detects, notifies, and fixes issues with zero downtime. Target: 100% diagnostic action via ChatOps.</a:t>
            </a:r>
          </a:p>
        </p:txBody>
      </p:sp>
      <p:sp>
        <p:nvSpPr>
          <p:cNvPr id="502" name="Idea2"/>
          <p:cNvSpPr txBox="1"/>
          <p:nvPr/>
        </p:nvSpPr>
        <p:spPr>
          <a:xfrm>
            <a:off x="3234600" y="3917280"/>
            <a:ext cx="2700000" cy="2590800"/>
          </a:xfrm>
          <a:prstGeom prst="rect">
            <a:avLst/>
          </a:prstGeom>
          <a:solidFill>
            <a:srgbClr val="FFF8F8"/>
          </a:solidFill>
          <a:ln w="19050">
            <a:solidFill>
              <a:srgbClr val="8B0000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8B0000"/>
                </a:solidFill>
                <a:latin typeface="Arial"/>
              </a:rPr>
              <a:t>Unified Observability</a:t>
            </a:r>
          </a:p>
          <a:p>
            <a:pPr>
              <a:lnSpc>
                <a:spcPts val="1300"/>
              </a:lnSpc>
              <a:spcBef>
                <a:spcPts val="0"/>
              </a:spcBef>
            </a:pPr>
            <a:r>
              <a:rPr lang="en-US" sz="1050" b="0">
                <a:solidFill>
                  <a:srgbClr val="333333"/>
                </a:solidFill>
                <a:latin typeface="Arial"/>
              </a:rPr>
              <a:t>Single pane of glass across all platforms. Monitoring drives action — not noise. Service-centric health states replace component-level alert floods.</a:t>
            </a:r>
          </a:p>
        </p:txBody>
      </p:sp>
      <p:sp>
        <p:nvSpPr>
          <p:cNvPr id="503" name="Idea3"/>
          <p:cNvSpPr txBox="1"/>
          <p:nvPr/>
        </p:nvSpPr>
        <p:spPr>
          <a:xfrm>
            <a:off x="6012000" y="3917280"/>
            <a:ext cx="2700000" cy="2590800"/>
          </a:xfrm>
          <a:prstGeom prst="rect">
            <a:avLst/>
          </a:prstGeom>
          <a:solidFill>
            <a:srgbClr val="FFF8F8"/>
          </a:solidFill>
          <a:ln w="19050">
            <a:solidFill>
              <a:srgbClr val="8B0000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8B0000"/>
                </a:solidFill>
                <a:latin typeface="Arial"/>
              </a:rPr>
              <a:t>Chat-Driven Cloud &amp; Full-Stack Automation</a:t>
            </a:r>
          </a:p>
          <a:p>
            <a:pPr>
              <a:lnSpc>
                <a:spcPts val="1300"/>
              </a:lnSpc>
              <a:spcBef>
                <a:spcPts val="0"/>
              </a:spcBef>
            </a:pPr>
            <a:r>
              <a:rPr lang="en-US" sz="1050" b="0">
                <a:solidFill>
                  <a:srgbClr val="333333"/>
                </a:solidFill>
                <a:latin typeface="Arial"/>
              </a:rPr>
              <a:t>Users provision cloud via conversational chat. AI deploys from idea to production — no human writes IaC. Paved-path pipelines replace bespoke GitHub Actions sprawl.</a:t>
            </a:r>
          </a:p>
        </p:txBody>
      </p:sp>
      <p:sp>
        <p:nvSpPr>
          <p:cNvPr id="504" name="Idea4"/>
          <p:cNvSpPr txBox="1"/>
          <p:nvPr/>
        </p:nvSpPr>
        <p:spPr>
          <a:xfrm>
            <a:off x="8789400" y="3917280"/>
            <a:ext cx="2945400" cy="2590800"/>
          </a:xfrm>
          <a:prstGeom prst="rect">
            <a:avLst/>
          </a:prstGeom>
          <a:solidFill>
            <a:srgbClr val="FFF8F8"/>
          </a:solidFill>
          <a:ln w="19050">
            <a:solidFill>
              <a:srgbClr val="8B0000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8B0000"/>
                </a:solidFill>
                <a:latin typeface="Arial"/>
              </a:rPr>
              <a:t>Agent-Legible Infrastructure &amp; Finance Automation</a:t>
            </a:r>
          </a:p>
          <a:p>
            <a:pPr>
              <a:lnSpc>
                <a:spcPts val="1300"/>
              </a:lnSpc>
              <a:spcBef>
                <a:spcPts val="0"/>
              </a:spcBef>
            </a:pPr>
            <a:r>
              <a:rPr lang="en-US" sz="1050" b="0">
                <a:solidFill>
                  <a:srgbClr val="333333"/>
                </a:solidFill>
                <a:latin typeface="Arial"/>
              </a:rPr>
              <a:t>Runbooks become callable MCP tools. Every agent run produces a reasoning receipt. AI automates capex/opex intake, PO matching, and FinOps chargebacks end-to-end.</a:t>
            </a:r>
          </a:p>
        </p:txBody>
      </p:sp>
      <p:sp>
        <p:nvSpPr>
          <p:cNvPr id="600" name="Footer"/>
          <p:cNvSpPr txBox="1"/>
          <p:nvPr/>
        </p:nvSpPr>
        <p:spPr>
          <a:xfrm>
            <a:off x="330200" y="6638364"/>
            <a:ext cx="1153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r>
              <a:rPr lang="en-US" sz="1000" b="0">
                <a:solidFill>
                  <a:srgbClr val="777777"/>
                </a:solidFill>
                <a:latin typeface="Arial"/>
              </a:rPr>
              <a:t>Design Thinking — Agentic AI Workshop | Cloud &amp; Connectivity | March 12, 2026  |  ©2026 Eli Lilly and Company</a:t>
            </a:r>
          </a:p>
        </p:txBody>
      </p:sp>
    </p:spTree>
    <p:extLst>
      <p:ext uri="{BB962C8B-B14F-4D97-AF65-F5344CB8AC3E}">
        <p14:creationId xmlns:p14="http://schemas.microsoft.com/office/powerpoint/2010/main" val="869636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657600" y="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Connectivity  —  Agentic AI Workshop  |  March 12, 2026</a:t>
            </a:r>
            <a:endParaRPr lang="en-US" sz="850"/>
          </a:p>
        </p:txBody>
      </p:sp>
      <p:sp>
        <p:nvSpPr>
          <p:cNvPr id="5" name="Shape 3"/>
          <p:cNvSpPr/>
          <p:nvPr/>
        </p:nvSpPr>
        <p:spPr>
          <a:xfrm>
            <a:off x="109728" y="493776"/>
            <a:ext cx="1664208" cy="6089904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9456" y="603504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00"/>
          </a:p>
        </p:txBody>
      </p:sp>
      <p:sp>
        <p:nvSpPr>
          <p:cNvPr id="7" name="Shape 5"/>
          <p:cNvSpPr/>
          <p:nvPr/>
        </p:nvSpPr>
        <p:spPr>
          <a:xfrm>
            <a:off x="237744" y="923544"/>
            <a:ext cx="201168" cy="201168"/>
          </a:xfrm>
          <a:prstGeom prst="ellipse">
            <a:avLst/>
          </a:prstGeom>
          <a:solidFill>
            <a:srgbClr val="FFF3CD"/>
          </a:solidFill>
          <a:ln w="1524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905256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Core Teams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237744" y="1362456"/>
            <a:ext cx="201168" cy="201168"/>
          </a:xfrm>
          <a:prstGeom prst="ellipse">
            <a:avLst/>
          </a:prstGeom>
          <a:solidFill>
            <a:srgbClr val="D4EDDA"/>
          </a:solidFill>
          <a:ln w="1524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3441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Lilly Partners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237744" y="1801368"/>
            <a:ext cx="201168" cy="201168"/>
          </a:xfrm>
          <a:prstGeom prst="ellipse">
            <a:avLst/>
          </a:prstGeom>
          <a:solidFill>
            <a:srgbClr val="FCE4EC"/>
          </a:solidFill>
          <a:ln w="1524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" y="178308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Vendors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237744" y="2240280"/>
            <a:ext cx="201168" cy="201168"/>
          </a:xfrm>
          <a:prstGeom prst="ellipse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" y="2221992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Strategy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237744" y="2679192"/>
            <a:ext cx="201168" cy="201168"/>
          </a:xfrm>
          <a:prstGeom prst="ellipse">
            <a:avLst/>
          </a:prstGeom>
          <a:solidFill>
            <a:srgbClr val="F3E5F5"/>
          </a:solidFill>
          <a:ln w="1524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" y="2660904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Finance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219456" y="3200400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237744" y="3584448"/>
            <a:ext cx="329184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700"/>
          </a:p>
        </p:txBody>
      </p:sp>
      <p:sp>
        <p:nvSpPr>
          <p:cNvPr id="20" name="Shape 18"/>
          <p:cNvSpPr/>
          <p:nvPr/>
        </p:nvSpPr>
        <p:spPr>
          <a:xfrm>
            <a:off x="237744" y="4005072"/>
            <a:ext cx="32918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895344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/ Policy</a:t>
            </a:r>
            <a:endParaRPr lang="en-US" sz="700"/>
          </a:p>
        </p:txBody>
      </p:sp>
      <p:sp>
        <p:nvSpPr>
          <p:cNvPr id="22" name="Shape 20"/>
          <p:cNvSpPr/>
          <p:nvPr/>
        </p:nvSpPr>
        <p:spPr>
          <a:xfrm>
            <a:off x="237744" y="4425696"/>
            <a:ext cx="329184" cy="0"/>
          </a:xfrm>
          <a:prstGeom prst="line">
            <a:avLst/>
          </a:prstGeom>
          <a:noFill/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315968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/ Research</a:t>
            </a:r>
            <a:endParaRPr lang="en-US" sz="700"/>
          </a:p>
        </p:txBody>
      </p:sp>
      <p:sp>
        <p:nvSpPr>
          <p:cNvPr id="24" name="Shape 22"/>
          <p:cNvSpPr/>
          <p:nvPr/>
        </p:nvSpPr>
        <p:spPr>
          <a:xfrm>
            <a:off x="237744" y="4846320"/>
            <a:ext cx="329184" cy="0"/>
          </a:xfrm>
          <a:prstGeom prst="line">
            <a:avLst/>
          </a:prstGeom>
          <a:noFill/>
          <a:ln w="254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736592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flow</a:t>
            </a:r>
            <a:endParaRPr lang="en-US" sz="700"/>
          </a:p>
        </p:txBody>
      </p:sp>
      <p:sp>
        <p:nvSpPr>
          <p:cNvPr id="27" name="Text 25"/>
          <p:cNvSpPr/>
          <p:nvPr/>
        </p:nvSpPr>
        <p:spPr>
          <a:xfrm>
            <a:off x="4305605" y="833628"/>
            <a:ext cx="4037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CONNECTIVITY CORE</a:t>
            </a:r>
            <a:endParaRPr lang="en-US" sz="1100" b="1"/>
          </a:p>
        </p:txBody>
      </p:sp>
      <p:sp>
        <p:nvSpPr>
          <p:cNvPr id="29" name="Text 27"/>
          <p:cNvSpPr/>
          <p:nvPr/>
        </p:nvSpPr>
        <p:spPr>
          <a:xfrm>
            <a:off x="2141525" y="669036"/>
            <a:ext cx="21360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STRATEGY</a:t>
            </a:r>
            <a:endParaRPr lang="en-US" sz="1100" b="1"/>
          </a:p>
        </p:txBody>
      </p:sp>
      <p:sp>
        <p:nvSpPr>
          <p:cNvPr id="31" name="Text 29"/>
          <p:cNvSpPr/>
          <p:nvPr/>
        </p:nvSpPr>
        <p:spPr>
          <a:xfrm>
            <a:off x="2141525" y="3348482"/>
            <a:ext cx="21360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FINANCE</a:t>
            </a:r>
            <a:endParaRPr lang="en-US" sz="1100" b="1"/>
          </a:p>
        </p:txBody>
      </p:sp>
      <p:sp>
        <p:nvSpPr>
          <p:cNvPr id="33" name="Text 31"/>
          <p:cNvSpPr/>
          <p:nvPr/>
        </p:nvSpPr>
        <p:spPr>
          <a:xfrm>
            <a:off x="8822436" y="662940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LILLY PARTNERS</a:t>
            </a:r>
            <a:endParaRPr lang="en-US" sz="1100" b="1"/>
          </a:p>
        </p:txBody>
      </p:sp>
      <p:sp>
        <p:nvSpPr>
          <p:cNvPr id="35" name="Text 33"/>
          <p:cNvSpPr/>
          <p:nvPr/>
        </p:nvSpPr>
        <p:spPr>
          <a:xfrm>
            <a:off x="8860536" y="3767328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VENDORS &amp; PROVIDERS</a:t>
            </a:r>
            <a:endParaRPr lang="en-US" sz="1100" b="1"/>
          </a:p>
        </p:txBody>
      </p:sp>
      <p:sp>
        <p:nvSpPr>
          <p:cNvPr id="37" name="Shape 35"/>
          <p:cNvSpPr/>
          <p:nvPr/>
        </p:nvSpPr>
        <p:spPr>
          <a:xfrm>
            <a:off x="4922723" y="16032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48123" y="16032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/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InfraOps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5938723" y="16032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64123" y="16032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· Azure · GCP)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6954723" y="16032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80123" y="16032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&amp;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4922723" y="25938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48123" y="25938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(EC)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~18,000 devices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5938723" y="25938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964123" y="25938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Computing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HPC Platform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6954723" y="25938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80123" y="25938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Central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(Self-Service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Provisioning)</a:t>
            </a:r>
            <a:endParaRPr lang="en-US" sz="900"/>
          </a:p>
        </p:txBody>
      </p:sp>
      <p:sp>
        <p:nvSpPr>
          <p:cNvPr id="55" name="Shape 53"/>
          <p:cNvSpPr/>
          <p:nvPr/>
        </p:nvSpPr>
        <p:spPr>
          <a:xfrm>
            <a:off x="4922723" y="35844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948123" y="35844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FinOps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(Chargebacks &amp;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Optimization)</a:t>
            </a:r>
            <a:endParaRPr lang="en-US" sz="900"/>
          </a:p>
        </p:txBody>
      </p:sp>
      <p:sp>
        <p:nvSpPr>
          <p:cNvPr id="58" name="Shape 56"/>
          <p:cNvSpPr/>
          <p:nvPr/>
        </p:nvSpPr>
        <p:spPr>
          <a:xfrm>
            <a:off x="5938723" y="35844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964123" y="35844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Automation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(IaC / AAP)</a:t>
            </a:r>
            <a:endParaRPr lang="en-US" sz="900"/>
          </a:p>
        </p:txBody>
      </p:sp>
      <p:sp>
        <p:nvSpPr>
          <p:cNvPr id="61" name="Shape 59"/>
          <p:cNvSpPr/>
          <p:nvPr/>
        </p:nvSpPr>
        <p:spPr>
          <a:xfrm>
            <a:off x="6954723" y="35844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980123" y="35844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AI Ops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 Ops · Resiliency)</a:t>
            </a:r>
            <a:endParaRPr lang="en-US" sz="900"/>
          </a:p>
        </p:txBody>
      </p:sp>
      <p:sp>
        <p:nvSpPr>
          <p:cNvPr id="64" name="Shape 62"/>
          <p:cNvSpPr/>
          <p:nvPr/>
        </p:nvSpPr>
        <p:spPr>
          <a:xfrm>
            <a:off x="4922723" y="45750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948123" y="45750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Architects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 Owners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5938723" y="4575048"/>
            <a:ext cx="965200" cy="9144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964123" y="45750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MADS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(Mergers, </a:t>
            </a:r>
            <a:r>
              <a:rPr lang="en-US" sz="90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</a:t>
            </a: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Divestitures)</a:t>
            </a:r>
            <a:endParaRPr lang="en-US" sz="900"/>
          </a:p>
        </p:txBody>
      </p:sp>
      <p:sp>
        <p:nvSpPr>
          <p:cNvPr id="70" name="Shape 68"/>
          <p:cNvSpPr/>
          <p:nvPr/>
        </p:nvSpPr>
        <p:spPr>
          <a:xfrm>
            <a:off x="2324100" y="901700"/>
            <a:ext cx="863600" cy="91440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362200" y="901700"/>
            <a:ext cx="78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CIO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(3-yr Strategy &amp;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Investment)</a:t>
            </a:r>
            <a:endParaRPr lang="en-US" sz="900"/>
          </a:p>
        </p:txBody>
      </p:sp>
      <p:sp>
        <p:nvSpPr>
          <p:cNvPr id="73" name="Shape 71"/>
          <p:cNvSpPr/>
          <p:nvPr/>
        </p:nvSpPr>
        <p:spPr>
          <a:xfrm>
            <a:off x="3225800" y="901700"/>
            <a:ext cx="863600" cy="91440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263900" y="901700"/>
            <a:ext cx="78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Growth &amp;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Goals)</a:t>
            </a:r>
            <a:endParaRPr lang="en-US" sz="900"/>
          </a:p>
        </p:txBody>
      </p:sp>
      <p:sp>
        <p:nvSpPr>
          <p:cNvPr id="76" name="Shape 74"/>
          <p:cNvSpPr/>
          <p:nvPr/>
        </p:nvSpPr>
        <p:spPr>
          <a:xfrm>
            <a:off x="2324100" y="1879600"/>
            <a:ext cx="863600" cy="91440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362200" y="1879600"/>
            <a:ext cx="78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Biz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(Karl Mayer)</a:t>
            </a:r>
            <a:endParaRPr lang="en-US" sz="900"/>
          </a:p>
        </p:txBody>
      </p:sp>
      <p:sp>
        <p:nvSpPr>
          <p:cNvPr id="79" name="Shape 77"/>
          <p:cNvSpPr/>
          <p:nvPr/>
        </p:nvSpPr>
        <p:spPr>
          <a:xfrm>
            <a:off x="3225800" y="1879600"/>
            <a:ext cx="863600" cy="91440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263900" y="1879600"/>
            <a:ext cx="78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(Joe Hohlier)</a:t>
            </a:r>
            <a:endParaRPr lang="en-US" sz="900"/>
          </a:p>
        </p:txBody>
      </p:sp>
      <p:sp>
        <p:nvSpPr>
          <p:cNvPr id="82" name="Shape 80"/>
          <p:cNvSpPr/>
          <p:nvPr/>
        </p:nvSpPr>
        <p:spPr>
          <a:xfrm>
            <a:off x="2324100" y="3556000"/>
            <a:ext cx="863600" cy="863600"/>
          </a:xfrm>
          <a:prstGeom prst="rect">
            <a:avLst/>
          </a:prstGeom>
          <a:solidFill>
            <a:srgbClr val="E1BEE7"/>
          </a:solidFill>
          <a:ln w="12700">
            <a:solidFill>
              <a:srgbClr val="E1B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362200" y="3556000"/>
            <a:ext cx="787400" cy="86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Biz Mgr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(Purchasing,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Capital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Tracking)</a:t>
            </a:r>
          </a:p>
        </p:txBody>
      </p:sp>
      <p:sp>
        <p:nvSpPr>
          <p:cNvPr id="85" name="Shape 83"/>
          <p:cNvSpPr/>
          <p:nvPr/>
        </p:nvSpPr>
        <p:spPr>
          <a:xfrm>
            <a:off x="3225800" y="3556000"/>
            <a:ext cx="863600" cy="863600"/>
          </a:xfrm>
          <a:prstGeom prst="rect">
            <a:avLst/>
          </a:prstGeom>
          <a:solidFill>
            <a:srgbClr val="E1BEE7"/>
          </a:solidFill>
          <a:ln w="12700">
            <a:solidFill>
              <a:srgbClr val="E1B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3263900" y="3556000"/>
            <a:ext cx="787400" cy="86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Financial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Team</a:t>
            </a:r>
            <a:endParaRPr lang="en-US" sz="900"/>
          </a:p>
        </p:txBody>
      </p:sp>
      <p:sp>
        <p:nvSpPr>
          <p:cNvPr id="88" name="Shape 86"/>
          <p:cNvSpPr/>
          <p:nvPr/>
        </p:nvSpPr>
        <p:spPr>
          <a:xfrm>
            <a:off x="2324100" y="4470400"/>
            <a:ext cx="863600" cy="863600"/>
          </a:xfrm>
          <a:prstGeom prst="rect">
            <a:avLst/>
          </a:prstGeom>
          <a:solidFill>
            <a:srgbClr val="E1BEE7"/>
          </a:solidFill>
          <a:ln w="12700">
            <a:solidFill>
              <a:srgbClr val="E1B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362200" y="4470400"/>
            <a:ext cx="787400" cy="86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Asset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(Equip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&amp;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Closeout)</a:t>
            </a:r>
          </a:p>
        </p:txBody>
      </p:sp>
      <p:sp>
        <p:nvSpPr>
          <p:cNvPr id="91" name="Shape 89"/>
          <p:cNvSpPr/>
          <p:nvPr/>
        </p:nvSpPr>
        <p:spPr>
          <a:xfrm>
            <a:off x="3225800" y="4470400"/>
            <a:ext cx="863600" cy="863600"/>
          </a:xfrm>
          <a:prstGeom prst="rect">
            <a:avLst/>
          </a:prstGeom>
          <a:solidFill>
            <a:srgbClr val="E1BEE7"/>
          </a:solidFill>
          <a:ln w="12700">
            <a:solidFill>
              <a:srgbClr val="E1B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263900" y="4470400"/>
            <a:ext cx="787400" cy="86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Acctg /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 Finance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(SAP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Integration)</a:t>
            </a:r>
          </a:p>
        </p:txBody>
      </p:sp>
      <p:sp>
        <p:nvSpPr>
          <p:cNvPr id="94" name="Shape 92"/>
          <p:cNvSpPr/>
          <p:nvPr/>
        </p:nvSpPr>
        <p:spPr>
          <a:xfrm>
            <a:off x="2324100" y="5384800"/>
            <a:ext cx="863600" cy="863600"/>
          </a:xfrm>
          <a:prstGeom prst="rect">
            <a:avLst/>
          </a:prstGeom>
          <a:solidFill>
            <a:srgbClr val="E1BEE7"/>
          </a:solidFill>
          <a:ln w="12700">
            <a:solidFill>
              <a:srgbClr val="E1B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362200" y="5384800"/>
            <a:ext cx="787400" cy="86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(Mfg &amp; DC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Sites)</a:t>
            </a:r>
          </a:p>
        </p:txBody>
      </p:sp>
      <p:sp>
        <p:nvSpPr>
          <p:cNvPr id="97" name="Shape 95"/>
          <p:cNvSpPr/>
          <p:nvPr/>
        </p:nvSpPr>
        <p:spPr>
          <a:xfrm>
            <a:off x="3225800" y="5384800"/>
            <a:ext cx="863600" cy="863600"/>
          </a:xfrm>
          <a:prstGeom prst="rect">
            <a:avLst/>
          </a:prstGeom>
          <a:solidFill>
            <a:srgbClr val="E1BEE7"/>
          </a:solidFill>
          <a:ln w="12700">
            <a:solidFill>
              <a:srgbClr val="E1B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3263900" y="5384800"/>
            <a:ext cx="787400" cy="86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(PO /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Approvals)</a:t>
            </a:r>
          </a:p>
        </p:txBody>
      </p:sp>
      <p:sp>
        <p:nvSpPr>
          <p:cNvPr id="100" name="Shape 98"/>
          <p:cNvSpPr/>
          <p:nvPr/>
        </p:nvSpPr>
        <p:spPr>
          <a:xfrm>
            <a:off x="9067800" y="914400"/>
            <a:ext cx="1181100" cy="7874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9105900" y="9144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Tech@Lilly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Area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Teams)</a:t>
            </a:r>
            <a:endParaRPr lang="en-US" sz="900"/>
          </a:p>
        </p:txBody>
      </p:sp>
      <p:sp>
        <p:nvSpPr>
          <p:cNvPr id="103" name="Shape 101"/>
          <p:cNvSpPr/>
          <p:nvPr/>
        </p:nvSpPr>
        <p:spPr>
          <a:xfrm>
            <a:off x="10325100" y="914400"/>
            <a:ext cx="1181100" cy="7874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10363200" y="9144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/ Security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 Governance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Policy)</a:t>
            </a:r>
            <a:endParaRPr lang="en-US" sz="900"/>
          </a:p>
        </p:txBody>
      </p:sp>
      <p:sp>
        <p:nvSpPr>
          <p:cNvPr id="106" name="Shape 104"/>
          <p:cNvSpPr/>
          <p:nvPr/>
        </p:nvSpPr>
        <p:spPr>
          <a:xfrm>
            <a:off x="9067800" y="1765300"/>
            <a:ext cx="1181100" cy="7874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9105900" y="17653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Research Labs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(Scientists: Simulation,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Modeling, Analytics)</a:t>
            </a:r>
            <a:endParaRPr lang="en-US" sz="900"/>
          </a:p>
        </p:txBody>
      </p:sp>
      <p:sp>
        <p:nvSpPr>
          <p:cNvPr id="109" name="Shape 107"/>
          <p:cNvSpPr/>
          <p:nvPr/>
        </p:nvSpPr>
        <p:spPr>
          <a:xfrm>
            <a:off x="10325100" y="1765300"/>
            <a:ext cx="1181100" cy="7874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10363200" y="17653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Intelligence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(AI &amp; Research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Use-Cases)</a:t>
            </a:r>
            <a:endParaRPr lang="en-US" sz="900"/>
          </a:p>
        </p:txBody>
      </p:sp>
      <p:sp>
        <p:nvSpPr>
          <p:cNvPr id="112" name="Shape 110"/>
          <p:cNvSpPr/>
          <p:nvPr/>
        </p:nvSpPr>
        <p:spPr>
          <a:xfrm>
            <a:off x="9067800" y="2616200"/>
            <a:ext cx="1181100" cy="7874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9105900" y="26162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Tech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(Medicines Dev Apps)</a:t>
            </a:r>
            <a:endParaRPr lang="en-US" sz="900"/>
          </a:p>
        </p:txBody>
      </p:sp>
      <p:sp>
        <p:nvSpPr>
          <p:cNvPr id="115" name="Shape 113"/>
          <p:cNvSpPr/>
          <p:nvPr/>
        </p:nvSpPr>
        <p:spPr>
          <a:xfrm>
            <a:off x="10325100" y="2616200"/>
            <a:ext cx="1181100" cy="7874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10363200" y="26162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(Uptime &amp; Downtime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Prevention)</a:t>
            </a:r>
            <a:endParaRPr lang="en-US" sz="900"/>
          </a:p>
        </p:txBody>
      </p:sp>
      <p:sp>
        <p:nvSpPr>
          <p:cNvPr id="118" name="Shape 116"/>
          <p:cNvSpPr/>
          <p:nvPr/>
        </p:nvSpPr>
        <p:spPr>
          <a:xfrm>
            <a:off x="9067800" y="4013200"/>
            <a:ext cx="1181100" cy="7874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9105900" y="40132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Cloud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Provider)</a:t>
            </a:r>
            <a:endParaRPr lang="en-US" sz="900"/>
          </a:p>
        </p:txBody>
      </p:sp>
      <p:sp>
        <p:nvSpPr>
          <p:cNvPr id="121" name="Shape 119"/>
          <p:cNvSpPr/>
          <p:nvPr/>
        </p:nvSpPr>
        <p:spPr>
          <a:xfrm>
            <a:off x="10325100" y="4013200"/>
            <a:ext cx="1181100" cy="7874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10363200" y="40132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Cloud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Provider)</a:t>
            </a:r>
            <a:endParaRPr lang="en-US" sz="900"/>
          </a:p>
        </p:txBody>
      </p:sp>
      <p:sp>
        <p:nvSpPr>
          <p:cNvPr id="124" name="Shape 122"/>
          <p:cNvSpPr/>
          <p:nvPr/>
        </p:nvSpPr>
        <p:spPr>
          <a:xfrm>
            <a:off x="9067800" y="4864100"/>
            <a:ext cx="1181100" cy="7874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9105900" y="48641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(GCP)</a:t>
            </a:r>
            <a:endParaRPr lang="en-US" sz="900"/>
          </a:p>
        </p:txBody>
      </p:sp>
      <p:sp>
        <p:nvSpPr>
          <p:cNvPr id="127" name="Shape 125"/>
          <p:cNvSpPr/>
          <p:nvPr/>
        </p:nvSpPr>
        <p:spPr>
          <a:xfrm>
            <a:off x="10325100" y="4864100"/>
            <a:ext cx="1181100" cy="7874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10363200" y="48641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WWT / Dell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(HW &amp; SI Partners)</a:t>
            </a:r>
            <a:endParaRPr lang="en-US" sz="900"/>
          </a:p>
        </p:txBody>
      </p:sp>
      <p:sp>
        <p:nvSpPr>
          <p:cNvPr id="130" name="Shape 128"/>
          <p:cNvSpPr/>
          <p:nvPr/>
        </p:nvSpPr>
        <p:spPr>
          <a:xfrm>
            <a:off x="9067800" y="5715000"/>
            <a:ext cx="1181100" cy="7874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9105900" y="57150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/ Telco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(Network Carriers)</a:t>
            </a:r>
            <a:endParaRPr lang="en-US" sz="900"/>
          </a:p>
        </p:txBody>
      </p:sp>
      <p:sp>
        <p:nvSpPr>
          <p:cNvPr id="133" name="Shape 131"/>
          <p:cNvSpPr/>
          <p:nvPr/>
        </p:nvSpPr>
        <p:spPr>
          <a:xfrm>
            <a:off x="10325100" y="5715000"/>
            <a:ext cx="1181100" cy="7874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10363200" y="5715000"/>
            <a:ext cx="1104900" cy="78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(Observability</a:t>
            </a:r>
            <a:endParaRPr lang="en-US" sz="90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Platform)</a:t>
            </a:r>
            <a:endParaRPr lang="en-US" sz="900"/>
          </a:p>
        </p:txBody>
      </p:sp>
      <p:sp>
        <p:nvSpPr>
          <p:cNvPr id="135" name="Shape 133"/>
          <p:cNvSpPr/>
          <p:nvPr/>
        </p:nvSpPr>
        <p:spPr>
          <a:xfrm rot="-7348272">
            <a:off x="4010558" y="1920240"/>
            <a:ext cx="95379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445459" y="1715414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482035" y="171541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Direction</a:t>
            </a:r>
            <a:endParaRPr lang="en-US" sz="650"/>
          </a:p>
        </p:txBody>
      </p:sp>
      <p:sp>
        <p:nvSpPr>
          <p:cNvPr id="139" name="Shape 137"/>
          <p:cNvSpPr/>
          <p:nvPr/>
        </p:nvSpPr>
        <p:spPr>
          <a:xfrm>
            <a:off x="3445459" y="4443527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3482035" y="4443527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Flow</a:t>
            </a:r>
            <a:endParaRPr lang="en-US" sz="650"/>
          </a:p>
        </p:txBody>
      </p:sp>
      <p:sp>
        <p:nvSpPr>
          <p:cNvPr id="142" name="Shape 140"/>
          <p:cNvSpPr/>
          <p:nvPr/>
        </p:nvSpPr>
        <p:spPr>
          <a:xfrm>
            <a:off x="8133588" y="2029968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8170164" y="20299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650"/>
          </a:p>
        </p:txBody>
      </p:sp>
      <p:sp>
        <p:nvSpPr>
          <p:cNvPr id="145" name="Shape 143"/>
          <p:cNvSpPr/>
          <p:nvPr/>
        </p:nvSpPr>
        <p:spPr>
          <a:xfrm>
            <a:off x="8353552" y="3145536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5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8405368" y="31536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/ HPC</a:t>
            </a:r>
            <a:endParaRPr lang="en-US" sz="650"/>
          </a:p>
        </p:txBody>
      </p:sp>
      <p:sp>
        <p:nvSpPr>
          <p:cNvPr id="147" name="Shape 145"/>
          <p:cNvSpPr/>
          <p:nvPr/>
        </p:nvSpPr>
        <p:spPr>
          <a:xfrm rot="5729539">
            <a:off x="8677656" y="4736592"/>
            <a:ext cx="95536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8133588" y="4619549"/>
            <a:ext cx="1078992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8170164" y="4619549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&amp; Tools</a:t>
            </a:r>
            <a:endParaRPr lang="en-US" sz="650"/>
          </a:p>
        </p:txBody>
      </p:sp>
      <p:sp>
        <p:nvSpPr>
          <p:cNvPr id="150" name="Shape 14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201168" y="671169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03/12/2026</a:t>
            </a:r>
            <a:endParaRPr lang="en-US" sz="650"/>
          </a:p>
        </p:txBody>
      </p:sp>
      <p:sp>
        <p:nvSpPr>
          <p:cNvPr id="152" name="Text 150"/>
          <p:cNvSpPr/>
          <p:nvPr/>
        </p:nvSpPr>
        <p:spPr>
          <a:xfrm>
            <a:off x="8686800" y="67116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650"/>
          </a:p>
        </p:txBody>
      </p:sp>
      <p:sp>
        <p:nvSpPr>
          <p:cNvPr id="153" name="Text 151"/>
          <p:cNvSpPr/>
          <p:nvPr/>
        </p:nvSpPr>
        <p:spPr>
          <a:xfrm>
            <a:off x="1764792" y="391847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Output: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79790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722523-563C-4C56-A4F9-3A86E1860A64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8B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itle"/>
          <p:cNvSpPr txBox="1"/>
          <p:nvPr/>
        </p:nvSpPr>
        <p:spPr>
          <a:xfrm>
            <a:off x="482600" y="0"/>
            <a:ext cx="11226800" cy="685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 anchorCtr="0"/>
          <a:lstStyle/>
          <a:p>
            <a:r>
              <a:rPr lang="en-US" sz="1733" b="1" kern="0" spc="4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PERSONAS</a:t>
            </a:r>
          </a:p>
        </p:txBody>
      </p:sp>
      <p:sp>
        <p:nvSpPr>
          <p:cNvPr id="501" name="C5H"/>
          <p:cNvSpPr txBox="1"/>
          <p:nvPr/>
        </p:nvSpPr>
        <p:spPr>
          <a:xfrm>
            <a:off x="228600" y="1676400"/>
            <a:ext cx="2819400" cy="628646"/>
          </a:xfrm>
          <a:prstGeom prst="rect">
            <a:avLst/>
          </a:prstGeom>
          <a:solidFill>
            <a:srgbClr val="2B4F8C"/>
          </a:solidFill>
          <a:ln>
            <a:noFill/>
          </a:ln>
        </p:spPr>
        <p:txBody>
          <a:bodyPr wrap="square" lIns="152400" tIns="45720" rIns="91440" bIns="45720" anchor="ctr"/>
          <a:lstStyle>
            <a:defPPr>
              <a:defRPr lang="en-US"/>
            </a:defPPr>
            <a:lvl1pPr>
              <a:buNone/>
              <a:defRPr sz="1200" b="1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n-US" sz="1600"/>
              <a:t>Infra Business Manager</a:t>
            </a:r>
          </a:p>
        </p:txBody>
      </p:sp>
      <p:sp>
        <p:nvSpPr>
          <p:cNvPr id="502" name="C5B"/>
          <p:cNvSpPr txBox="1"/>
          <p:nvPr/>
        </p:nvSpPr>
        <p:spPr>
          <a:xfrm>
            <a:off x="228600" y="2305046"/>
            <a:ext cx="2819400" cy="3181353"/>
          </a:xfrm>
          <a:prstGeom prst="rect">
            <a:avLst/>
          </a:prstGeom>
          <a:solidFill>
            <a:srgbClr val="F5F7FC"/>
          </a:solidFill>
          <a:ln w="12700">
            <a:solidFill>
              <a:srgbClr val="A0B4D9"/>
            </a:solidFill>
          </a:ln>
        </p:spPr>
        <p:txBody>
          <a:bodyPr wrap="square" lIns="152400" tIns="152400" rIns="152400" bIns="9144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>
                <a:solidFill>
                  <a:srgbClr val="2B4F8C"/>
                </a:solidFill>
                <a:latin typeface="Arial"/>
              </a:rPr>
              <a:t>One intake system — one source of truth for all finances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Arial"/>
              </a:rPr>
              <a:t>Manages purchase requests, capital tracking, POs, invoices, and equipment receiving across all teams and vendors.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</a:pPr>
            <a:endParaRPr lang="en-US" sz="12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55555"/>
                </a:solidFill>
                <a:latin typeface="Arial"/>
              </a:rPr>
              <a:t>Key theme: 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Overwhelmed and chaotic. Requests arrive via SharePoint, ServiceNow, and email — no unified system exists.</a:t>
            </a:r>
          </a:p>
        </p:txBody>
      </p:sp>
      <p:sp>
        <p:nvSpPr>
          <p:cNvPr id="601" name="C6H"/>
          <p:cNvSpPr txBox="1"/>
          <p:nvPr/>
        </p:nvSpPr>
        <p:spPr>
          <a:xfrm>
            <a:off x="3124200" y="1676399"/>
            <a:ext cx="2819400" cy="628645"/>
          </a:xfrm>
          <a:prstGeom prst="rect">
            <a:avLst/>
          </a:prstGeom>
          <a:solidFill>
            <a:srgbClr val="2B4F8C"/>
          </a:solidFill>
          <a:ln>
            <a:noFill/>
          </a:ln>
        </p:spPr>
        <p:txBody>
          <a:bodyPr wrap="square" lIns="152400" tIns="45720" rIns="91440" bIns="45720" anchor="ctr"/>
          <a:lstStyle>
            <a:defPPr>
              <a:defRPr lang="en-US"/>
            </a:defPPr>
            <a:lvl1pPr>
              <a:buNone/>
              <a:defRPr sz="1200" b="1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n-US" sz="1600"/>
              <a:t>Cloud &amp; Connectivity AVP / Director</a:t>
            </a:r>
          </a:p>
        </p:txBody>
      </p:sp>
      <p:sp>
        <p:nvSpPr>
          <p:cNvPr id="602" name="C6B"/>
          <p:cNvSpPr txBox="1"/>
          <p:nvPr/>
        </p:nvSpPr>
        <p:spPr>
          <a:xfrm>
            <a:off x="3124200" y="2305048"/>
            <a:ext cx="2819400" cy="3181352"/>
          </a:xfrm>
          <a:prstGeom prst="rect">
            <a:avLst/>
          </a:prstGeom>
          <a:solidFill>
            <a:srgbClr val="F5F7FC"/>
          </a:solidFill>
          <a:ln w="12700">
            <a:solidFill>
              <a:srgbClr val="A0B4D9"/>
            </a:solidFill>
          </a:ln>
        </p:spPr>
        <p:txBody>
          <a:bodyPr wrap="square" lIns="152400" tIns="152400" rIns="152400" bIns="9144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>
                <a:solidFill>
                  <a:srgbClr val="2B4F8C"/>
                </a:solidFill>
                <a:latin typeface="Arial"/>
              </a:rPr>
              <a:t>Aligned agentic strategy across all of </a:t>
            </a:r>
            <a:r>
              <a:rPr lang="en-US" sz="1400" b="1" err="1">
                <a:solidFill>
                  <a:srgbClr val="2B4F8C"/>
                </a:solidFill>
                <a:latin typeface="Arial"/>
              </a:rPr>
              <a:t>Tech@Lilly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Arial"/>
              </a:rPr>
              <a:t>Sets vision and roadmap across all C&amp;C sub-domains. Wants a categorized list of agentic ideas with a clear pursuit strategy.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</a:pPr>
            <a:endParaRPr lang="en-US" sz="12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55555"/>
                </a:solidFill>
                <a:latin typeface="Arial"/>
              </a:rPr>
              <a:t>Key theme: 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Upskilling pace is not keeping up with disruption. Each C&amp;C role should have a complementing workflow agent.</a:t>
            </a:r>
          </a:p>
        </p:txBody>
      </p:sp>
      <p:sp>
        <p:nvSpPr>
          <p:cNvPr id="701" name="C7H"/>
          <p:cNvSpPr txBox="1"/>
          <p:nvPr/>
        </p:nvSpPr>
        <p:spPr>
          <a:xfrm>
            <a:off x="6019800" y="1676400"/>
            <a:ext cx="2819400" cy="628644"/>
          </a:xfrm>
          <a:prstGeom prst="rect">
            <a:avLst/>
          </a:prstGeom>
          <a:solidFill>
            <a:srgbClr val="2B4F8C"/>
          </a:solidFill>
          <a:ln>
            <a:noFill/>
          </a:ln>
        </p:spPr>
        <p:txBody>
          <a:bodyPr wrap="square" lIns="152400" tIns="45720" rIns="91440" bIns="45720" anchor="ctr"/>
          <a:lstStyle>
            <a:defPPr>
              <a:defRPr lang="en-US"/>
            </a:defPPr>
            <a:lvl1pPr>
              <a:buNone/>
              <a:defRPr sz="1200" b="1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n-US" sz="1600"/>
              <a:t>HPC / Advanced Computing Leader</a:t>
            </a:r>
          </a:p>
        </p:txBody>
      </p:sp>
      <p:sp>
        <p:nvSpPr>
          <p:cNvPr id="702" name="C7B"/>
          <p:cNvSpPr txBox="1"/>
          <p:nvPr/>
        </p:nvSpPr>
        <p:spPr>
          <a:xfrm>
            <a:off x="6019800" y="2305048"/>
            <a:ext cx="2819400" cy="3181351"/>
          </a:xfrm>
          <a:prstGeom prst="rect">
            <a:avLst/>
          </a:prstGeom>
          <a:solidFill>
            <a:srgbClr val="F5F7FC"/>
          </a:solidFill>
          <a:ln w="12700">
            <a:solidFill>
              <a:srgbClr val="A0B4D9"/>
            </a:solidFill>
          </a:ln>
        </p:spPr>
        <p:txBody>
          <a:bodyPr wrap="square" lIns="152400" tIns="152400" rIns="152400" bIns="9144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>
                <a:solidFill>
                  <a:srgbClr val="2B4F8C"/>
                </a:solidFill>
                <a:latin typeface="Arial"/>
              </a:rPr>
              <a:t>AI Factory model for </a:t>
            </a:r>
            <a:r>
              <a:rPr lang="en-US" sz="1400" b="1" err="1">
                <a:solidFill>
                  <a:srgbClr val="2B4F8C"/>
                </a:solidFill>
                <a:latin typeface="Arial"/>
              </a:rPr>
              <a:t>LillyPod</a:t>
            </a:r>
            <a:r>
              <a:rPr lang="en-US" sz="1400" b="1">
                <a:solidFill>
                  <a:srgbClr val="2B4F8C"/>
                </a:solidFill>
                <a:latin typeface="Arial"/>
              </a:rPr>
              <a:t> &amp; Brainiac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Arial"/>
              </a:rPr>
              <a:t>Manages Public Cloud and HPC platforms serving Lilly Research Labs. Wants full-stack automation with AI-generated quality documentation.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</a:pPr>
            <a:endParaRPr lang="en-US" sz="12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55555"/>
                </a:solidFill>
                <a:latin typeface="Arial"/>
              </a:rPr>
              <a:t>Key theme: 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HPC agents should eventually replace admins for job monitoring, queue management, and self-service onboarding.</a:t>
            </a:r>
          </a:p>
        </p:txBody>
      </p:sp>
      <p:sp>
        <p:nvSpPr>
          <p:cNvPr id="801" name="C8H"/>
          <p:cNvSpPr txBox="1"/>
          <p:nvPr/>
        </p:nvSpPr>
        <p:spPr>
          <a:xfrm>
            <a:off x="8915400" y="1676400"/>
            <a:ext cx="3048000" cy="628644"/>
          </a:xfrm>
          <a:prstGeom prst="rect">
            <a:avLst/>
          </a:prstGeom>
          <a:solidFill>
            <a:srgbClr val="2B4F8C"/>
          </a:solidFill>
          <a:ln>
            <a:noFill/>
          </a:ln>
        </p:spPr>
        <p:txBody>
          <a:bodyPr wrap="square" lIns="152400" tIns="45720" rIns="91440" bIns="45720" anchor="ctr"/>
          <a:lstStyle>
            <a:defPPr>
              <a:defRPr lang="en-US"/>
            </a:defPPr>
            <a:lvl1pPr>
              <a:buNone/>
              <a:defRPr sz="1200" b="1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en-US" sz="1600"/>
              <a:t>Enterprise Architect</a:t>
            </a:r>
          </a:p>
        </p:txBody>
      </p:sp>
      <p:sp>
        <p:nvSpPr>
          <p:cNvPr id="802" name="C8B"/>
          <p:cNvSpPr txBox="1"/>
          <p:nvPr/>
        </p:nvSpPr>
        <p:spPr>
          <a:xfrm>
            <a:off x="8915400" y="2305050"/>
            <a:ext cx="3048000" cy="3181350"/>
          </a:xfrm>
          <a:prstGeom prst="rect">
            <a:avLst/>
          </a:prstGeom>
          <a:solidFill>
            <a:srgbClr val="F5F7FC"/>
          </a:solidFill>
          <a:ln w="12700">
            <a:solidFill>
              <a:srgbClr val="A0B4D9"/>
            </a:solidFill>
          </a:ln>
        </p:spPr>
        <p:txBody>
          <a:bodyPr wrap="square" lIns="152400" tIns="152400" rIns="152400" bIns="9144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>
                <a:solidFill>
                  <a:srgbClr val="2B4F8C"/>
                </a:solidFill>
                <a:latin typeface="Arial"/>
              </a:rPr>
              <a:t>Legibility is a first-class output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Arial"/>
              </a:rPr>
              <a:t>Defines automation architecture and agent-callable tool contracts. Every agent run should produce a reasoning receipt humans can spot-check.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</a:pPr>
            <a:endParaRPr lang="en-US" sz="12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55555"/>
                </a:solidFill>
                <a:latin typeface="Arial"/>
              </a:rPr>
              <a:t>Key theme: 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Runbooks in Confluence are prose agents can not act on. APIs need intent surfaces, not just endpoints.</a:t>
            </a:r>
            <a:endParaRPr lang="en-US" sz="1200" b="0">
              <a:solidFill>
                <a:srgbClr val="555555"/>
              </a:solidFill>
              <a:latin typeface="Arial"/>
              <a:cs typeface="Arial"/>
            </a:endParaRPr>
          </a:p>
        </p:txBody>
      </p:sp>
      <p:sp>
        <p:nvSpPr>
          <p:cNvPr id="2" name="Footer"/>
          <p:cNvSpPr txBox="1"/>
          <p:nvPr/>
        </p:nvSpPr>
        <p:spPr>
          <a:xfrm>
            <a:off x="330200" y="6477000"/>
            <a:ext cx="1153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en-US" sz="1000" b="0">
                <a:solidFill>
                  <a:srgbClr val="777777"/>
                </a:solidFill>
                <a:latin typeface="Arial"/>
              </a:rPr>
              <a:t>Design Thinking — Agentic AI Workshop | Cloud &amp; Connectivity | March 12, 2026</a:t>
            </a:r>
          </a:p>
        </p:txBody>
      </p:sp>
    </p:spTree>
    <p:extLst>
      <p:ext uri="{BB962C8B-B14F-4D97-AF65-F5344CB8AC3E}">
        <p14:creationId xmlns:p14="http://schemas.microsoft.com/office/powerpoint/2010/main" val="90079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28EE-A6EE-4E84-1609-539624D20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83FE46-C449-E351-53DD-9F8398BA96EC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8B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itle">
            <a:extLst>
              <a:ext uri="{FF2B5EF4-FFF2-40B4-BE49-F238E27FC236}">
                <a16:creationId xmlns:a16="http://schemas.microsoft.com/office/drawing/2014/main" id="{2A4BA20F-5BE8-4D07-333E-7CB53455DC68}"/>
              </a:ext>
            </a:extLst>
          </p:cNvPr>
          <p:cNvSpPr txBox="1"/>
          <p:nvPr/>
        </p:nvSpPr>
        <p:spPr>
          <a:xfrm>
            <a:off x="482600" y="0"/>
            <a:ext cx="11226800" cy="6858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 anchorCtr="0"/>
          <a:lstStyle/>
          <a:p>
            <a:r>
              <a:rPr lang="en-US" sz="1733" b="1" kern="0" spc="40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PERSONAS- CONT.</a:t>
            </a:r>
          </a:p>
        </p:txBody>
      </p:sp>
      <p:sp>
        <p:nvSpPr>
          <p:cNvPr id="101" name="C1H">
            <a:extLst>
              <a:ext uri="{FF2B5EF4-FFF2-40B4-BE49-F238E27FC236}">
                <a16:creationId xmlns:a16="http://schemas.microsoft.com/office/drawing/2014/main" id="{0288DA92-5121-9398-6B96-209E27B589B2}"/>
              </a:ext>
            </a:extLst>
          </p:cNvPr>
          <p:cNvSpPr txBox="1"/>
          <p:nvPr/>
        </p:nvSpPr>
        <p:spPr>
          <a:xfrm>
            <a:off x="228600" y="1676400"/>
            <a:ext cx="2819400" cy="6286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45720" rIns="91440" bIns="45720" anchor="ctr" anchorCtr="0">
            <a:no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Infrastructure Leader</a:t>
            </a:r>
          </a:p>
        </p:txBody>
      </p:sp>
      <p:sp>
        <p:nvSpPr>
          <p:cNvPr id="102" name="C1B">
            <a:extLst>
              <a:ext uri="{FF2B5EF4-FFF2-40B4-BE49-F238E27FC236}">
                <a16:creationId xmlns:a16="http://schemas.microsoft.com/office/drawing/2014/main" id="{EC1B0863-DCF2-CD2C-EDC1-6E90DF989CB7}"/>
              </a:ext>
            </a:extLst>
          </p:cNvPr>
          <p:cNvSpPr txBox="1"/>
          <p:nvPr/>
        </p:nvSpPr>
        <p:spPr>
          <a:xfrm>
            <a:off x="228600" y="2305050"/>
            <a:ext cx="2819400" cy="3181350"/>
          </a:xfrm>
          <a:prstGeom prst="rect">
            <a:avLst/>
          </a:prstGeom>
          <a:solidFill>
            <a:srgbClr val="FDF5F5"/>
          </a:solidFill>
          <a:ln w="12700">
            <a:solidFill>
              <a:srgbClr val="C89090"/>
            </a:solidFill>
          </a:ln>
        </p:spPr>
        <p:txBody>
          <a:bodyPr wrap="square" lIns="152400" tIns="152400" rIns="152400" bIns="9144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>
                <a:solidFill>
                  <a:srgbClr val="C00000"/>
                </a:solidFill>
                <a:latin typeface="Arial"/>
              </a:rPr>
              <a:t>North Star: Low/No-Touch Ops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Arial"/>
              </a:rPr>
              <a:t>Leads Private Cloud, Hosting &amp; </a:t>
            </a:r>
            <a:r>
              <a:rPr lang="en-US" sz="1200" b="0" err="1">
                <a:solidFill>
                  <a:srgbClr val="333333"/>
                </a:solidFill>
                <a:latin typeface="Arial"/>
              </a:rPr>
              <a:t>InfraOps</a:t>
            </a:r>
            <a:r>
              <a:rPr lang="en-US" sz="1200" b="0">
                <a:solidFill>
                  <a:srgbClr val="333333"/>
                </a:solidFill>
                <a:latin typeface="Arial"/>
              </a:rPr>
              <a:t>. Driving 100% Blue/Green </a:t>
            </a:r>
            <a:r>
              <a:rPr lang="en-US" sz="1200" b="0" err="1">
                <a:solidFill>
                  <a:srgbClr val="333333"/>
                </a:solidFill>
                <a:latin typeface="Arial"/>
              </a:rPr>
              <a:t>IaC</a:t>
            </a:r>
            <a:r>
              <a:rPr lang="en-US" sz="1200" b="0">
                <a:solidFill>
                  <a:srgbClr val="333333"/>
                </a:solidFill>
                <a:latin typeface="Arial"/>
              </a:rPr>
              <a:t>, automation-first ops, and full chargeback model.</a:t>
            </a:r>
            <a:endParaRPr lang="en-US" sz="1200" b="0">
              <a:solidFill>
                <a:srgbClr val="333333"/>
              </a:solidFill>
              <a:latin typeface="Arial"/>
              <a:cs typeface="Arial"/>
            </a:endParaRP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</a:pPr>
            <a:endParaRPr lang="en-US" sz="12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55555"/>
                </a:solidFill>
                <a:latin typeface="Arial"/>
              </a:rPr>
              <a:t>Key theme: 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CMDB + service mapping are prerequisites. M&amp;Q site growth risks overwhelming ops without automation.</a:t>
            </a:r>
          </a:p>
        </p:txBody>
      </p:sp>
      <p:sp>
        <p:nvSpPr>
          <p:cNvPr id="201" name="C2H">
            <a:extLst>
              <a:ext uri="{FF2B5EF4-FFF2-40B4-BE49-F238E27FC236}">
                <a16:creationId xmlns:a16="http://schemas.microsoft.com/office/drawing/2014/main" id="{93C60381-5B21-E6CA-F1A0-3E20D374FDD5}"/>
              </a:ext>
            </a:extLst>
          </p:cNvPr>
          <p:cNvSpPr txBox="1"/>
          <p:nvPr/>
        </p:nvSpPr>
        <p:spPr>
          <a:xfrm>
            <a:off x="3124200" y="1676400"/>
            <a:ext cx="2819400" cy="6286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45720" rIns="91440" bIns="45720" anchor="ctr" anchorCtr="0">
            <a:no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Platform / Cloud Engineer</a:t>
            </a:r>
          </a:p>
        </p:txBody>
      </p:sp>
      <p:sp>
        <p:nvSpPr>
          <p:cNvPr id="202" name="C2B">
            <a:extLst>
              <a:ext uri="{FF2B5EF4-FFF2-40B4-BE49-F238E27FC236}">
                <a16:creationId xmlns:a16="http://schemas.microsoft.com/office/drawing/2014/main" id="{90F3EBAE-A1D6-54A3-2FA9-434442D78BB5}"/>
              </a:ext>
            </a:extLst>
          </p:cNvPr>
          <p:cNvSpPr txBox="1"/>
          <p:nvPr/>
        </p:nvSpPr>
        <p:spPr>
          <a:xfrm>
            <a:off x="3124200" y="2305050"/>
            <a:ext cx="2819400" cy="3181350"/>
          </a:xfrm>
          <a:prstGeom prst="rect">
            <a:avLst/>
          </a:prstGeom>
          <a:solidFill>
            <a:srgbClr val="FDF5F5"/>
          </a:solidFill>
          <a:ln w="12700">
            <a:solidFill>
              <a:srgbClr val="C89090"/>
            </a:solidFill>
          </a:ln>
        </p:spPr>
        <p:txBody>
          <a:bodyPr wrap="square" lIns="152400" tIns="152400" rIns="152400" bIns="9144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>
                <a:solidFill>
                  <a:srgbClr val="C00000"/>
                </a:solidFill>
                <a:latin typeface="Arial"/>
              </a:rPr>
              <a:t>Motivated by innovation, blocked by governance friction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Arial"/>
              </a:rPr>
              <a:t>Builds </a:t>
            </a:r>
            <a:r>
              <a:rPr lang="en-US" sz="1200" b="0" err="1">
                <a:solidFill>
                  <a:srgbClr val="333333"/>
                </a:solidFill>
                <a:latin typeface="Arial"/>
              </a:rPr>
              <a:t>IaC</a:t>
            </a:r>
            <a:r>
              <a:rPr lang="en-US" sz="1200" b="0">
                <a:solidFill>
                  <a:srgbClr val="333333"/>
                </a:solidFill>
                <a:latin typeface="Arial"/>
              </a:rPr>
              <a:t> and Cloud Central. Wants AI to handle everything from prototype to production. Paved-path CICD is the target.</a:t>
            </a:r>
            <a:endParaRPr lang="en-US" sz="1200" b="0">
              <a:solidFill>
                <a:srgbClr val="333333"/>
              </a:solidFill>
              <a:latin typeface="Arial"/>
              <a:cs typeface="Arial"/>
            </a:endParaRP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</a:pPr>
            <a:endParaRPr lang="en-US" sz="12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55555"/>
                </a:solidFill>
                <a:latin typeface="Arial"/>
              </a:rPr>
              <a:t>Key theme: 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Slow Cyber reviews stifle innovation. </a:t>
            </a:r>
            <a:r>
              <a:rPr lang="en-US" sz="1200" b="0" err="1">
                <a:solidFill>
                  <a:srgbClr val="555555"/>
                </a:solidFill>
                <a:latin typeface="Arial"/>
              </a:rPr>
              <a:t>IaC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 fragmentation (CFN/Bicep/Terraform) creates maintenance overhead.</a:t>
            </a:r>
            <a:endParaRPr lang="en-US" sz="1200" b="0">
              <a:solidFill>
                <a:srgbClr val="555555"/>
              </a:solidFill>
              <a:latin typeface="Arial"/>
              <a:cs typeface="Arial"/>
            </a:endParaRPr>
          </a:p>
        </p:txBody>
      </p:sp>
      <p:sp>
        <p:nvSpPr>
          <p:cNvPr id="301" name="C3H">
            <a:extLst>
              <a:ext uri="{FF2B5EF4-FFF2-40B4-BE49-F238E27FC236}">
                <a16:creationId xmlns:a16="http://schemas.microsoft.com/office/drawing/2014/main" id="{5D8CC4D9-B21A-3EBB-E82B-2ED424B395AB}"/>
              </a:ext>
            </a:extLst>
          </p:cNvPr>
          <p:cNvSpPr txBox="1"/>
          <p:nvPr/>
        </p:nvSpPr>
        <p:spPr>
          <a:xfrm>
            <a:off x="6019800" y="1676400"/>
            <a:ext cx="2819400" cy="6286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45720" rIns="91440" bIns="45720" anchor="ctr" anchorCtr="0">
            <a:no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AIOps &amp; Observability Leader</a:t>
            </a:r>
          </a:p>
        </p:txBody>
      </p:sp>
      <p:sp>
        <p:nvSpPr>
          <p:cNvPr id="302" name="C3B">
            <a:extLst>
              <a:ext uri="{FF2B5EF4-FFF2-40B4-BE49-F238E27FC236}">
                <a16:creationId xmlns:a16="http://schemas.microsoft.com/office/drawing/2014/main" id="{AADA56F6-A46E-2D04-68E2-EC59B7C249A8}"/>
              </a:ext>
            </a:extLst>
          </p:cNvPr>
          <p:cNvSpPr txBox="1"/>
          <p:nvPr/>
        </p:nvSpPr>
        <p:spPr>
          <a:xfrm>
            <a:off x="6019800" y="2305050"/>
            <a:ext cx="2819400" cy="3181350"/>
          </a:xfrm>
          <a:prstGeom prst="rect">
            <a:avLst/>
          </a:prstGeom>
          <a:solidFill>
            <a:srgbClr val="FDF5F5"/>
          </a:solidFill>
          <a:ln w="12700">
            <a:solidFill>
              <a:srgbClr val="C89090"/>
            </a:solidFill>
          </a:ln>
        </p:spPr>
        <p:txBody>
          <a:bodyPr wrap="square" lIns="152400" tIns="152400" rIns="152400" bIns="9144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>
                <a:solidFill>
                  <a:srgbClr val="C00000"/>
                </a:solidFill>
                <a:latin typeface="Arial"/>
              </a:rPr>
              <a:t>Vision: 100% autonomous ops, zero downtime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Arial"/>
              </a:rPr>
              <a:t>Builds AIOps with Research, RCA Investigator, and CCB agents. Near-term: unify EC + cloud into single AIOps platform with knowledge graph.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</a:pPr>
            <a:endParaRPr lang="en-US" sz="12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55555"/>
                </a:solidFill>
                <a:latin typeface="Arial"/>
              </a:rPr>
              <a:t>Key theme: 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Ops teams are not fully adopting AIOps — change management gap is the biggest barrier to value realization.</a:t>
            </a:r>
          </a:p>
        </p:txBody>
      </p:sp>
      <p:sp>
        <p:nvSpPr>
          <p:cNvPr id="401" name="C4H">
            <a:extLst>
              <a:ext uri="{FF2B5EF4-FFF2-40B4-BE49-F238E27FC236}">
                <a16:creationId xmlns:a16="http://schemas.microsoft.com/office/drawing/2014/main" id="{AB1F9E7B-462C-95E1-124D-150EED3AE68B}"/>
              </a:ext>
            </a:extLst>
          </p:cNvPr>
          <p:cNvSpPr txBox="1"/>
          <p:nvPr/>
        </p:nvSpPr>
        <p:spPr>
          <a:xfrm>
            <a:off x="8915400" y="1676400"/>
            <a:ext cx="3048000" cy="62865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45720" rIns="91440" bIns="45720" anchor="ctr" anchorCtr="0">
            <a:no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Enterprise Connectivity Leader</a:t>
            </a:r>
          </a:p>
        </p:txBody>
      </p:sp>
      <p:sp>
        <p:nvSpPr>
          <p:cNvPr id="402" name="C4B">
            <a:extLst>
              <a:ext uri="{FF2B5EF4-FFF2-40B4-BE49-F238E27FC236}">
                <a16:creationId xmlns:a16="http://schemas.microsoft.com/office/drawing/2014/main" id="{42AB7FE6-3B27-BA42-2152-F8250795DCA8}"/>
              </a:ext>
            </a:extLst>
          </p:cNvPr>
          <p:cNvSpPr txBox="1"/>
          <p:nvPr/>
        </p:nvSpPr>
        <p:spPr>
          <a:xfrm>
            <a:off x="8915400" y="2305050"/>
            <a:ext cx="3048000" cy="3181350"/>
          </a:xfrm>
          <a:prstGeom prst="rect">
            <a:avLst/>
          </a:prstGeom>
          <a:solidFill>
            <a:srgbClr val="FDF5F5"/>
          </a:solidFill>
          <a:ln w="12700">
            <a:solidFill>
              <a:srgbClr val="C89090"/>
            </a:solidFill>
          </a:ln>
        </p:spPr>
        <p:txBody>
          <a:bodyPr wrap="square" lIns="152400" tIns="152400" rIns="152400" bIns="9144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>
                <a:solidFill>
                  <a:srgbClr val="C00000"/>
                </a:solidFill>
                <a:latin typeface="Arial"/>
              </a:rPr>
              <a:t>Reduce incidents, out-of-hours work, and tribal risk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lang="en-US" sz="1200" b="0">
                <a:solidFill>
                  <a:srgbClr val="333333"/>
                </a:solidFill>
                <a:latin typeface="Arial"/>
              </a:rPr>
              <a:t>Manages ~18,000 devices across LAN, WAN, DC, and cloud networking. Drives Architecture, Delivery, and MADS sub-orgs.</a:t>
            </a:r>
          </a:p>
          <a:p>
            <a:pPr>
              <a:lnSpc>
                <a:spcPts val="1300"/>
              </a:lnSpc>
              <a:spcBef>
                <a:spcPts val="100"/>
              </a:spcBef>
              <a:spcAft>
                <a:spcPts val="200"/>
              </a:spcAft>
            </a:pPr>
            <a:endParaRPr lang="en-US" sz="12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55555"/>
                </a:solidFill>
                <a:latin typeface="Arial"/>
              </a:rPr>
              <a:t>Key theme: 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Too much tribal knowledge in key individuals. Tools not integrated across cloud and connectivity.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F0E99F17-887A-538E-7626-15E36A8729D0}"/>
              </a:ext>
            </a:extLst>
          </p:cNvPr>
          <p:cNvSpPr txBox="1"/>
          <p:nvPr/>
        </p:nvSpPr>
        <p:spPr>
          <a:xfrm>
            <a:off x="330200" y="6477000"/>
            <a:ext cx="1153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en-US" sz="1000" b="0">
                <a:solidFill>
                  <a:srgbClr val="777777"/>
                </a:solidFill>
                <a:latin typeface="Arial"/>
              </a:rPr>
              <a:t>Design Thinking — Agentic AI Workshop | Cloud &amp; Connectivity | March 12, 2026</a:t>
            </a:r>
          </a:p>
        </p:txBody>
      </p:sp>
    </p:spTree>
    <p:extLst>
      <p:ext uri="{BB962C8B-B14F-4D97-AF65-F5344CB8AC3E}">
        <p14:creationId xmlns:p14="http://schemas.microsoft.com/office/powerpoint/2010/main" val="2880410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7E758-557E-57A0-56C9-25E95C2B3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6286F6-6AD7-2105-3D97-DA13FA2CEE07}"/>
              </a:ext>
            </a:extLst>
          </p:cNvPr>
          <p:cNvSpPr/>
          <p:nvPr/>
        </p:nvSpPr>
        <p:spPr>
          <a:xfrm>
            <a:off x="320040" y="164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</a:t>
            </a:r>
            <a:endParaRPr lang="en-US" sz="3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E3296A-7D70-B249-2208-6BA7DE1F759E}"/>
              </a:ext>
            </a:extLst>
          </p:cNvPr>
          <p:cNvSpPr/>
          <p:nvPr/>
        </p:nvSpPr>
        <p:spPr>
          <a:xfrm>
            <a:off x="32004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Leader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DB1811-9F49-4002-AF59-837D67AF87E6}"/>
              </a:ext>
            </a:extLst>
          </p:cNvPr>
          <p:cNvSpPr/>
          <p:nvPr/>
        </p:nvSpPr>
        <p:spPr>
          <a:xfrm>
            <a:off x="320040" y="130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role acts, thinks, and feels within today's process</a:t>
            </a:r>
            <a:endParaRPr lang="en-US" sz="16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401DB3-09FF-F227-0791-CE65A0574C4A}"/>
              </a:ext>
            </a:extLst>
          </p:cNvPr>
          <p:cNvSpPr/>
          <p:nvPr/>
        </p:nvSpPr>
        <p:spPr>
          <a:xfrm>
            <a:off x="320040" y="1640840"/>
            <a:ext cx="4526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InfraOps needs to move to a low-to-no-touch operations model — that is the north star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staffing, and retirements are high risks to strategy execution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feels pressure to stabilize before automation drives tension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alignment with Cyber on priorities — critical projects arrive without context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data will exceed ability to process and store within 2–3 years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 and lack of service mapping will block agentic strategy</a:t>
            </a:r>
            <a:endParaRPr lang="en-US" sz="14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1560DCE-68E6-98EC-EB74-C35F46D7A186}"/>
              </a:ext>
            </a:extLst>
          </p:cNvPr>
          <p:cNvSpPr/>
          <p:nvPr/>
        </p:nvSpPr>
        <p:spPr>
          <a:xfrm>
            <a:off x="5102352" y="640080"/>
            <a:ext cx="676656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404FD4-B61D-215A-98D0-1C6540174354}"/>
              </a:ext>
            </a:extLst>
          </p:cNvPr>
          <p:cNvSpPr/>
          <p:nvPr/>
        </p:nvSpPr>
        <p:spPr>
          <a:xfrm>
            <a:off x="8476488" y="640080"/>
            <a:ext cx="18288" cy="5760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295BB94-0951-F185-2390-D10DEC71AC69}"/>
              </a:ext>
            </a:extLst>
          </p:cNvPr>
          <p:cNvSpPr/>
          <p:nvPr/>
        </p:nvSpPr>
        <p:spPr>
          <a:xfrm>
            <a:off x="5102352" y="3511296"/>
            <a:ext cx="676656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226285-8046-9917-CF16-7DCC88C79CE9}"/>
              </a:ext>
            </a:extLst>
          </p:cNvPr>
          <p:cNvSpPr/>
          <p:nvPr/>
        </p:nvSpPr>
        <p:spPr>
          <a:xfrm>
            <a:off x="510235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91D33A-8F0C-5138-C919-356C7148BFC0}"/>
              </a:ext>
            </a:extLst>
          </p:cNvPr>
          <p:cNvSpPr/>
          <p:nvPr/>
        </p:nvSpPr>
        <p:spPr>
          <a:xfrm>
            <a:off x="848563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2B32E8-C2BB-5AD1-0B8D-34FB0E296EA8}"/>
              </a:ext>
            </a:extLst>
          </p:cNvPr>
          <p:cNvSpPr/>
          <p:nvPr/>
        </p:nvSpPr>
        <p:spPr>
          <a:xfrm>
            <a:off x="510235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29DBA0-2437-E440-3549-BF3423689F1D}"/>
              </a:ext>
            </a:extLst>
          </p:cNvPr>
          <p:cNvSpPr/>
          <p:nvPr/>
        </p:nvSpPr>
        <p:spPr>
          <a:xfrm>
            <a:off x="848563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BA2F2FD-6295-1DE8-1937-45EB61F868C2}"/>
              </a:ext>
            </a:extLst>
          </p:cNvPr>
          <p:cNvSpPr/>
          <p:nvPr/>
        </p:nvSpPr>
        <p:spPr>
          <a:xfrm>
            <a:off x="519379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2A3CA4-2707-BC2E-48C6-DEDCED7127A2}"/>
              </a:ext>
            </a:extLst>
          </p:cNvPr>
          <p:cNvSpPr/>
          <p:nvPr/>
        </p:nvSpPr>
        <p:spPr>
          <a:xfrm>
            <a:off x="523951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monitoring → incident response into a single Service Response COE</a:t>
            </a:r>
            <a:endParaRPr lang="en-US"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872D0D5-1924-BE36-B38B-8D8B7AE357DC}"/>
              </a:ext>
            </a:extLst>
          </p:cNvPr>
          <p:cNvSpPr/>
          <p:nvPr/>
        </p:nvSpPr>
        <p:spPr>
          <a:xfrm>
            <a:off x="519379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6CE0AB8-9AE4-234D-545C-F9F522027E01}"/>
              </a:ext>
            </a:extLst>
          </p:cNvPr>
          <p:cNvSpPr/>
          <p:nvPr/>
        </p:nvSpPr>
        <p:spPr>
          <a:xfrm>
            <a:off x="523951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deployments should be Blue/Green IaC — no more click ops</a:t>
            </a:r>
            <a:endParaRPr lang="en-US" sz="11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C3332E8-3999-DBCA-8515-DD4EFB784BB5}"/>
              </a:ext>
            </a:extLst>
          </p:cNvPr>
          <p:cNvSpPr/>
          <p:nvPr/>
        </p:nvSpPr>
        <p:spPr>
          <a:xfrm>
            <a:off x="519379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DF26B5B-07A3-8C02-DB36-F8FA035AC941}"/>
              </a:ext>
            </a:extLst>
          </p:cNvPr>
          <p:cNvSpPr/>
          <p:nvPr/>
        </p:nvSpPr>
        <p:spPr>
          <a:xfrm>
            <a:off x="523951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 No Touch Operations is our north star — 100% chargeback required</a:t>
            </a:r>
            <a:endParaRPr lang="en-US" sz="11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7614137-D3C1-A63F-A0ED-7E6011AC6198}"/>
              </a:ext>
            </a:extLst>
          </p:cNvPr>
          <p:cNvSpPr/>
          <p:nvPr/>
        </p:nvSpPr>
        <p:spPr>
          <a:xfrm>
            <a:off x="857707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1E735FB-084C-5A35-31F5-ACEF6CB90FA4}"/>
              </a:ext>
            </a:extLst>
          </p:cNvPr>
          <p:cNvSpPr/>
          <p:nvPr/>
        </p:nvSpPr>
        <p:spPr>
          <a:xfrm>
            <a:off x="862279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will remain a challenge — we won't have enough Lilly staff to lead all ideas</a:t>
            </a:r>
            <a:endParaRPr lang="en-US" sz="11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2CC3B86-A872-2599-A233-4A8A3ABFBE0C}"/>
              </a:ext>
            </a:extLst>
          </p:cNvPr>
          <p:cNvSpPr/>
          <p:nvPr/>
        </p:nvSpPr>
        <p:spPr>
          <a:xfrm>
            <a:off x="857707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3DBF7D9-7E71-89E1-9C7C-0816125177F3}"/>
              </a:ext>
            </a:extLst>
          </p:cNvPr>
          <p:cNvSpPr/>
          <p:nvPr/>
        </p:nvSpPr>
        <p:spPr>
          <a:xfrm>
            <a:off x="862279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laws will impact our global hosting strategy significantly</a:t>
            </a:r>
            <a:endParaRPr lang="en-US" sz="11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A4EAC19-F535-777A-5731-85FA904C8153}"/>
              </a:ext>
            </a:extLst>
          </p:cNvPr>
          <p:cNvSpPr/>
          <p:nvPr/>
        </p:nvSpPr>
        <p:spPr>
          <a:xfrm>
            <a:off x="857707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E16CB28-ACEB-4521-95C9-31DFD81EEB53}"/>
              </a:ext>
            </a:extLst>
          </p:cNvPr>
          <p:cNvSpPr/>
          <p:nvPr/>
        </p:nvSpPr>
        <p:spPr>
          <a:xfrm>
            <a:off x="862279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mapping + CMDB accuracy are prerequisites for agentic automation</a:t>
            </a:r>
            <a:endParaRPr lang="en-US" sz="11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1F5BFF2-152E-5E5F-B20E-06E0BE5326CC}"/>
              </a:ext>
            </a:extLst>
          </p:cNvPr>
          <p:cNvSpPr/>
          <p:nvPr/>
        </p:nvSpPr>
        <p:spPr>
          <a:xfrm>
            <a:off x="5193792" y="3913632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246E7F8-F5C1-859D-5641-3B86ED482869}"/>
              </a:ext>
            </a:extLst>
          </p:cNvPr>
          <p:cNvSpPr/>
          <p:nvPr/>
        </p:nvSpPr>
        <p:spPr>
          <a:xfrm>
            <a:off x="523951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about M&amp;Q site growth overwhelming InfraOps team capacity</a:t>
            </a:r>
            <a:endParaRPr lang="en-US" sz="11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EB29CD7-7AA5-BE35-C4BE-D7A6D5CBBE1E}"/>
              </a:ext>
            </a:extLst>
          </p:cNvPr>
          <p:cNvSpPr/>
          <p:nvPr/>
        </p:nvSpPr>
        <p:spPr>
          <a:xfrm>
            <a:off x="5193792" y="4742688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49840CA-EC84-29AB-D1B0-BFD50B563C6F}"/>
              </a:ext>
            </a:extLst>
          </p:cNvPr>
          <p:cNvSpPr/>
          <p:nvPr/>
        </p:nvSpPr>
        <p:spPr>
          <a:xfrm>
            <a:off x="523951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by lack of Cyber alignment and projects arriving without implementation context</a:t>
            </a:r>
            <a:endParaRPr lang="en-US" sz="11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9DF4E7A-CE3E-3584-646F-7660E67F3179}"/>
              </a:ext>
            </a:extLst>
          </p:cNvPr>
          <p:cNvSpPr/>
          <p:nvPr/>
        </p:nvSpPr>
        <p:spPr>
          <a:xfrm>
            <a:off x="5193792" y="5571744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5B325DF-9CAB-4D51-5DEE-7A9FA1FA10DC}"/>
              </a:ext>
            </a:extLst>
          </p:cNvPr>
          <p:cNvSpPr/>
          <p:nvPr/>
        </p:nvSpPr>
        <p:spPr>
          <a:xfrm>
            <a:off x="523951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Proud of automation progress but urgency to accelerate adoption across all teams</a:t>
            </a:r>
            <a:endParaRPr lang="en-US" sz="11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F329618-7283-D912-7C95-BB277F2229A7}"/>
              </a:ext>
            </a:extLst>
          </p:cNvPr>
          <p:cNvSpPr/>
          <p:nvPr/>
        </p:nvSpPr>
        <p:spPr>
          <a:xfrm>
            <a:off x="8577072" y="3913632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FC70BCE-E91D-B496-95C2-85CF37F6AF78}"/>
              </a:ext>
            </a:extLst>
          </p:cNvPr>
          <p:cNvSpPr/>
          <p:nvPr/>
        </p:nvSpPr>
        <p:spPr>
          <a:xfrm>
            <a:off x="862279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3-year strategy and roadmap for Private Cloud, Hosting, and InfraOps</a:t>
            </a:r>
            <a:endParaRPr lang="en-US" sz="11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A7DFB563-0F23-CEF6-CC84-011BFFBA17C0}"/>
              </a:ext>
            </a:extLst>
          </p:cNvPr>
          <p:cNvSpPr/>
          <p:nvPr/>
        </p:nvSpPr>
        <p:spPr>
          <a:xfrm>
            <a:off x="8577072" y="4742688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B8B7C0E-C8A6-35D9-2692-C9E87DA9D8CC}"/>
              </a:ext>
            </a:extLst>
          </p:cNvPr>
          <p:cNvSpPr/>
          <p:nvPr/>
        </p:nvSpPr>
        <p:spPr>
          <a:xfrm>
            <a:off x="862279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 AIOps integration (AAP, ServiceNow, Splunk ITSI) and automation playbooks</a:t>
            </a:r>
            <a:endParaRPr lang="en-US" sz="110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C880D79-FADA-C98A-7979-7B5E29CDB455}"/>
              </a:ext>
            </a:extLst>
          </p:cNvPr>
          <p:cNvSpPr/>
          <p:nvPr/>
        </p:nvSpPr>
        <p:spPr>
          <a:xfrm>
            <a:off x="8577072" y="5571744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F5D8437-EEB7-660A-1B9D-7633AEB8EADE}"/>
              </a:ext>
            </a:extLst>
          </p:cNvPr>
          <p:cNvSpPr/>
          <p:nvPr/>
        </p:nvSpPr>
        <p:spPr>
          <a:xfrm>
            <a:off x="862279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server racks at home with AI agents — personally experiments with automation</a:t>
            </a:r>
            <a:endParaRPr lang="en-US" sz="110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C3A5A2E-FABC-3D63-6660-9EB929D4A79A}"/>
              </a:ext>
            </a:extLst>
          </p:cNvPr>
          <p:cNvSpPr/>
          <p:nvPr/>
        </p:nvSpPr>
        <p:spPr>
          <a:xfrm>
            <a:off x="8046720" y="3081528"/>
            <a:ext cx="877824" cy="8778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41978DE7-F661-5B9F-462E-9A6627B8B7C5}"/>
              </a:ext>
            </a:extLst>
          </p:cNvPr>
          <p:cNvSpPr/>
          <p:nvPr/>
        </p:nvSpPr>
        <p:spPr>
          <a:xfrm>
            <a:off x="8394192" y="3282696"/>
            <a:ext cx="182880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1F5CBDDD-689C-9F98-3034-262AC2047E2D}"/>
              </a:ext>
            </a:extLst>
          </p:cNvPr>
          <p:cNvSpPr/>
          <p:nvPr/>
        </p:nvSpPr>
        <p:spPr>
          <a:xfrm>
            <a:off x="8321040" y="35204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8472CB2-397F-A9AF-71E2-F3B3B9EC2FFD}"/>
              </a:ext>
            </a:extLst>
          </p:cNvPr>
          <p:cNvSpPr/>
          <p:nvPr/>
        </p:nvSpPr>
        <p:spPr>
          <a:xfrm>
            <a:off x="8101584" y="37581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InfraLeader</a:t>
            </a:r>
            <a:endParaRPr lang="en-US" sz="70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DAAF5DC6-6EC4-B2A6-6A9C-86C203ECC041}"/>
              </a:ext>
            </a:extLst>
          </p:cNvPr>
          <p:cNvSpPr/>
          <p:nvPr/>
        </p:nvSpPr>
        <p:spPr>
          <a:xfrm>
            <a:off x="320040" y="6565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03/12/2026</a:t>
            </a:r>
            <a:endParaRPr lang="en-US" sz="90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C8DC608-1B42-97BF-AE25-CA367BD31F6E}"/>
              </a:ext>
            </a:extLst>
          </p:cNvPr>
          <p:cNvSpPr/>
          <p:nvPr/>
        </p:nvSpPr>
        <p:spPr>
          <a:xfrm>
            <a:off x="8961120" y="6565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9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921A50A-EA7D-31E3-0178-E6E1D543535F}"/>
              </a:ext>
            </a:extLst>
          </p:cNvPr>
          <p:cNvSpPr/>
          <p:nvPr/>
        </p:nvSpPr>
        <p:spPr>
          <a:xfrm>
            <a:off x="11841480" y="65653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17714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/ Cloud Engineer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role acts, thinks, and feels within today's process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4526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more motivated by innovative work than repetitive tasks — strategic alignment keeps them engaged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Arduous cyber review process stifles innovation and disrupts progress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functional area project work disrupts quarterly planned roadmap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language fragmentation (CFN, Bicep, Terraform, Pulumi) creates maintenance overhead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automation post-environment creation is still a gap in current tooling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and Jira are separate silos — no unified view of work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102352" y="640080"/>
            <a:ext cx="676656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76488" y="640080"/>
            <a:ext cx="18288" cy="5760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02352" y="3511296"/>
            <a:ext cx="676656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0235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48563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10235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848563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19379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951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a human to create or deploy IaC — AI should handle from prototype to production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19379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3951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C&amp;C builds should be agent-aware and surfaced to the wider agentic enterprise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19379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951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Paved-path CICD pipelines that teams can use but don't have to define or manage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857707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2279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should converge on Terraform — reduce language fragmentation across teams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857707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2279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should reverse-engineer manually configured servers into automation playbooks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857707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2279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and Jira must integrate seamlessly for unified work visibility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5193792" y="3913632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951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that the cyber review process is slow and arduous — stifles innovation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193792" y="4742688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3951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by unplanned functional area work disrupting quarterly planned work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5193792" y="5571744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3951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when doing innovative, meaningful work; disengaged by repetitive tasks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8577072" y="3913632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2279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IaC automation (CloudFormation, Bicep, Terraform, Pulumi) and Cloud Central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577072" y="4742688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2279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automation pipelines via GitHub Actions; integrates APIs and cloud services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8577072" y="5571744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2279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work across ServiceNow and Jira — Changes, Requests, and Project Work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8046720" y="3081528"/>
            <a:ext cx="877824" cy="8778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394192" y="3282696"/>
            <a:ext cx="182880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21040" y="35204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01584" y="37581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CloudEngineer</a:t>
            </a:r>
            <a:endParaRPr lang="en-US" sz="700"/>
          </a:p>
        </p:txBody>
      </p:sp>
      <p:sp>
        <p:nvSpPr>
          <p:cNvPr id="54" name="Text 52"/>
          <p:cNvSpPr/>
          <p:nvPr/>
        </p:nvSpPr>
        <p:spPr>
          <a:xfrm>
            <a:off x="320040" y="6565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03/12/2026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8961120" y="6565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11841480" y="65653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023639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AIOps &amp; Observability Leader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role acts, thinks, and feels within today's process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4526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operational tasks should execute with no human involvement — the ultimate vision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 are not fully adopting the AIOps platform — change management gap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monitoring tools lack application monitoring, synthetics, and real-time user visibility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Core tool overlap creates signal confusion and duplication across teams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correlation between incidents and failed changes — requires manual investigation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M&amp;Q environments require special handling for self-healing capabilities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102352" y="640080"/>
            <a:ext cx="676656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76488" y="640080"/>
            <a:ext cx="18288" cy="5760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02352" y="3511296"/>
            <a:ext cx="676656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0235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48563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10235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848563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19379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8712" y="1031748"/>
            <a:ext cx="3147060" cy="545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to reduce MTTR — 100% of diagnostics via chat-ops in near term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19379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3951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term: unify EC and private/public cloud into AIOps platform with knowledge graph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19379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951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term: 100% dynamic service trees and fully self-service observability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857707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2279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Service-centric signals (not raw host metrics) are the path to faster RCA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857707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2279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needs to aggregate all tools into a single system — monitoring of monitors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857707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2279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self-building service trees are the long-term target state for observability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5193792" y="3913632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951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about the potential for 100% autonomous ops with zero downtime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193792" y="4742688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3951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that ops teams aren't embracing AIOps fast enough — adoption lags capability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5193792" y="5571744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3951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about selecting APM, RUM, and synthetics tools to complete the observability stack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8577072" y="3913632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2279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scours historical data and wikis to summarize previous similar incidents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577072" y="4742688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2279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Investigator autonomously traverses Service Topology to identify source of failure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8577072" y="5571744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2279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CCB/TRB Agent evaluates proposed changes and applies a risk score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8046720" y="3081528"/>
            <a:ext cx="877824" cy="8778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394192" y="3282696"/>
            <a:ext cx="182880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21040" y="35204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01584" y="37581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AIOpsLeader</a:t>
            </a:r>
            <a:endParaRPr lang="en-US" sz="700"/>
          </a:p>
        </p:txBody>
      </p:sp>
      <p:sp>
        <p:nvSpPr>
          <p:cNvPr id="54" name="Text 52"/>
          <p:cNvSpPr/>
          <p:nvPr/>
        </p:nvSpPr>
        <p:spPr>
          <a:xfrm>
            <a:off x="320040" y="6565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03/12/2026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8961120" y="6565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11841480" y="65653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46850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Connectivity Leader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role acts, thinks, and feels within today's process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4526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tools are not integrated across cloud and connectivity — a critical visibility gap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tribal knowledge in people's heads — high key-person risk across the team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Engineers overwhelmed with projects and support — prioritization is always an issue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MADS pressure to deliver infrastructure faster is growing and unsustainable manually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Out-of-hours incident work must be eliminated through automation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teams to build agents is the highest near-term priority for EC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102352" y="640080"/>
            <a:ext cx="676656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76488" y="640080"/>
            <a:ext cx="18288" cy="5760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02352" y="3511296"/>
            <a:ext cx="676656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0235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48563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10235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848563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19379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951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wants to reduce or eliminate out-of-hours work, especially for fixing incidents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19379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3951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leaders want to reduce number of incidents, improve MTTR, and reduce downtime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19379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951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MADS wants Cloud and Connectivity to build and deliver infrastructure significantly quicker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857707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2279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tools are not integrated across cloud and connectivity — a major gap to close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857707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2279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tribal knowledge in people's heads — high reliance on specific individuals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857707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2279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teams to map business processes and create agents is the highest near-term priority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5193792" y="3913632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951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with simultaneous projects, operational support, and prioritization conflicts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193792" y="4742688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3951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to collaborate across teams — sees cross-team alignment as key to success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5193792" y="5571744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3951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reducing the number, duration, and business impact of incidents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8577072" y="3913632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2279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~18,000 network devices across LAN, Wireless LAN, WAN, and Data Centre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577072" y="4742688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2279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Architecture/Strategy, Delivery (Build), Service Management (Run), and MADS sub-orgs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8577072" y="5571744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2279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incident metrics (MTTR, downtime) and drives incident reduction programs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8046720" y="3081528"/>
            <a:ext cx="877824" cy="8778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394192" y="3282696"/>
            <a:ext cx="182880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21040" y="35204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01584" y="37581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ECLeader</a:t>
            </a:r>
            <a:endParaRPr lang="en-US" sz="700"/>
          </a:p>
        </p:txBody>
      </p:sp>
      <p:sp>
        <p:nvSpPr>
          <p:cNvPr id="54" name="Text 52"/>
          <p:cNvSpPr/>
          <p:nvPr/>
        </p:nvSpPr>
        <p:spPr>
          <a:xfrm>
            <a:off x="320040" y="6565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03/12/2026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8961120" y="6565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11841480" y="65653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356191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Business Manager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role acts, thinks, and feels within today's process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4526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overwhelmed and chaotic — purchase and capital requests come in through too many channels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submitted via SharePoint, ServiceNow, and email — no single intake system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receiving lacks a formal digital confirmation system — missing POs and invoice mismatches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closeout requires manual tracking of serial numbers, install locations, and project status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financial data cannot currently integrate with team financial tracking systems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all teams must adopt the financial system for it to work — adoption is uncertain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102352" y="640080"/>
            <a:ext cx="676656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76488" y="640080"/>
            <a:ext cx="18288" cy="5760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02352" y="3511296"/>
            <a:ext cx="676656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0235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48563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10235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848563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19379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951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intake system for all team purchase and capital requests — near term priority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19379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3951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will determine capital vs. purchase by asking a few basic questions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19379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951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streamlined approach: request PO, submit PO, confirm receipt, approve payment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857707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2279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purchasing and capital requests should flow through one unified intake system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857707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2279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classify capital vs. expense requests automatically with minimal input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857707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2279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financial data must be integrable into a team financial tracking system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5193792" y="3913632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951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by fragmentation and volume of purchase and capital requests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193792" y="4742688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3951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by the informal, manual nature of equipment receiving and invoice approval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5193792" y="5571744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3951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the prospect of AI streamlining routine financial workflows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8577072" y="3913632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2279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purchase requests via SharePoint, ServiceNow, and email across multiple vendors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577072" y="4742688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2279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capital asset tracking and equipment receiving at data centers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8577072" y="5571744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2279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invoice approval and PO matching with WWT, Dell, AT&amp;T, and other vendors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8046720" y="3081528"/>
            <a:ext cx="877824" cy="8778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394192" y="3282696"/>
            <a:ext cx="182880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21040" y="35204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01584" y="37581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BizManager</a:t>
            </a:r>
            <a:endParaRPr lang="en-US" sz="700"/>
          </a:p>
        </p:txBody>
      </p:sp>
      <p:sp>
        <p:nvSpPr>
          <p:cNvPr id="54" name="Text 52"/>
          <p:cNvSpPr/>
          <p:nvPr/>
        </p:nvSpPr>
        <p:spPr>
          <a:xfrm>
            <a:off x="320040" y="6565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03/12/2026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8961120" y="6565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11841480" y="65653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095383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&amp; Connectivity AVP / Director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role acts, thinks, and feels within today's process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4526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get a list of agentic ideas with categorization and context to determine an approach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units need stronger strategic alignment to avoid duplication of effort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of upskilling is not keeping up with disruptive agentic technologies — high risk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inventory management (CMDB) needs a full refresh before agentic use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ROI is uncertain without a financial or DWE baseline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Apprehension about leadership and org changes affecting strategic direction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102352" y="640080"/>
            <a:ext cx="676656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76488" y="640080"/>
            <a:ext cx="18288" cy="5760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02352" y="3511296"/>
            <a:ext cx="676656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0235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48563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10235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848563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19379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951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synchronized agentic and AI strategy across Tech@Lilly will help achieve a common goal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19379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3951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in C&amp;C needs a complementing agent for workflow-based work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19379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951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Cloud Platform Fabric to simplify management — High Importance, Medium Difficulty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857707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2279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Cloud architecture fabric must underpin all workloads enterprise-wide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857707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2279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As-Code adoption including post-deployment and policy governance is the future state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857707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2279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capabilities should be applied where certainty of outcome is high first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5193792" y="3913632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951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to build an agentic roadmap spanning C&amp;C and aligning with Tech@Lilly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193792" y="4742688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3951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that upskilling pace is not keeping up with disruptive agentic technologies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5193792" y="5571744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3951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ensuring C&amp;C doesn't build in silos — must drive enterprise cohesion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8577072" y="3913632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2279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vision, roadmap, and priorities across all C&amp;C sub-domains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577072" y="4742688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2279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demand, capacity, and business value across Public Cloud, Private Cloud, AIOps, HPC, and EC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8577072" y="5571744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2279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identification of workflow automation opportunities for agentic implementation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8046720" y="3081528"/>
            <a:ext cx="877824" cy="8778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394192" y="3282696"/>
            <a:ext cx="182880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21040" y="35204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01584" y="37581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AVP/Dir</a:t>
            </a:r>
            <a:endParaRPr lang="en-US" sz="700"/>
          </a:p>
        </p:txBody>
      </p:sp>
      <p:sp>
        <p:nvSpPr>
          <p:cNvPr id="54" name="Text 52"/>
          <p:cNvSpPr/>
          <p:nvPr/>
        </p:nvSpPr>
        <p:spPr>
          <a:xfrm>
            <a:off x="320040" y="6565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03/12/2026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8961120" y="6565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11841480" y="65653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56480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HPC / Advanced Computing Leader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role acts, thinks, and feels within today's process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4526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automation in the cloud should establish self-service while maintaining Lilly policy compliance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platform is well-automated but AI can further reduce the troubleshooting burden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should eventually replace administrators for queue monitoring and remediation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FinOps chargeback process is time-consuming and requires manual collaboration with app owners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full-stack automation yet after environment creation — gap beyond initial provisioning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HPC observability tools don't yet coordinate for autonomous remediation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102352" y="640080"/>
            <a:ext cx="676656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76488" y="640080"/>
            <a:ext cx="18288" cy="5760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02352" y="3511296"/>
            <a:ext cx="676656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0235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48563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10235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848563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19379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951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Automation for Cloud: establish developer experience with AAP in One-Click Environment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19379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3951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Job Error Agent: use observability data to troubleshoot HPC user errors automatically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19379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951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term: agents to replace administrators for queue monitoring and observability analysis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857707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2279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mindset (LillyPod, Brainiac) should drive unified HPC infrastructure orchestration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857707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2279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tools with Lilly policy knowledge built in will enable automated deployments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857707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2279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processes need full automation — POs, invoices, and internal chargebacks with Procurement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5193792" y="3913632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951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about AI-assisted software development for scientists on the Posit platform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193792" y="4742688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3951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by the volume of HPC scientist requests still requiring manual admin intervention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5193792" y="5571744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3951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to create a modern, scientist-friendly self-service HPC experience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8577072" y="3913632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2279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Lilly Research Labs scientists for simulation, modeling, statistics, and analytics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577072" y="4742688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2279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Public Cloud (AWS, Azure, GCP, Cloud Central, FinOps) and HPC Platform teams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8577072" y="5571744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2279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cloud foundations, standardization, financial management, and governance with Cyber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8046720" y="3081528"/>
            <a:ext cx="877824" cy="8778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394192" y="3282696"/>
            <a:ext cx="182880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21040" y="35204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01584" y="37581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HPCLeader</a:t>
            </a:r>
            <a:endParaRPr lang="en-US" sz="700"/>
          </a:p>
        </p:txBody>
      </p:sp>
      <p:sp>
        <p:nvSpPr>
          <p:cNvPr id="54" name="Text 52"/>
          <p:cNvSpPr/>
          <p:nvPr/>
        </p:nvSpPr>
        <p:spPr>
          <a:xfrm>
            <a:off x="320040" y="6565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03/12/2026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8961120" y="6565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11841480" y="65653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286316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Architect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role acts, thinks, and feels within today's process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4526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in Confluence are prose — agents can't act on them reliably as-is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signals lack semantic meaning — agents can ingest dashboards but can't reason about spikes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expose endpoints but not intent — agents don't know when to call what or the tradeoffs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receipts (agent audit trails) don't exist yet — hard to trust agent judgment without them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boundary between Tech@Lilly and Cloud is undefined — creates duplication and confusion</a:t>
            </a:r>
            <a:endParaRPr lang="en-US" sz="14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negotiation should happen through agent-mediated interfaces, not tickets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5102352" y="640080"/>
            <a:ext cx="6766560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76488" y="640080"/>
            <a:ext cx="18288" cy="57607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02352" y="3511296"/>
            <a:ext cx="6766560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0235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485632" y="731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10235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8485632" y="3611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519379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3951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infra teams must rebuild their surfaces (runbooks, knowledgebases) for agent legibility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19379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3951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agentic run produces two things: the work product and the reasoning receipt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19379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3951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aren't logs — a reasoning receipt is a human-readable narrative to spot-check agent judgment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8577072" y="1033272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22792" y="106984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must become agent-callable MCP tools with defined inputs, outputs, and error semantics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8577072" y="1862328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22792" y="189890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signals need semantic meaning so agents can reason about what a latency spike means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8577072" y="2691384"/>
            <a:ext cx="3200400" cy="580000"/>
          </a:xfrm>
          <a:prstGeom prst="rect">
            <a:avLst/>
          </a:prstGeom>
          <a:solidFill>
            <a:srgbClr val="FFE57A"/>
          </a:solidFill>
          <a:ln w="12700">
            <a:solidFill>
              <a:srgbClr val="FFE5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22792" y="272796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need intent surfaces — descriptions of purpose, tradeoffs, and failure modes beyond just endpoints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5193792" y="3913632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3951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to define the architecture boundary between Tech@Lilly and Cloud team ownership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5193792" y="4742688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3951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that APIs and runbooks aren't yet designed for agent consumption</a:t>
            </a:r>
            <a:endParaRPr lang="en-US" sz="1100"/>
          </a:p>
        </p:txBody>
      </p:sp>
      <p:sp>
        <p:nvSpPr>
          <p:cNvPr id="38" name="Shape 36"/>
          <p:cNvSpPr/>
          <p:nvPr/>
        </p:nvSpPr>
        <p:spPr>
          <a:xfrm>
            <a:off x="5193792" y="5571744"/>
            <a:ext cx="3200400" cy="580000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3951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that legibility as a first-class output keeps humans in the loop without being in the way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8577072" y="3913632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22792" y="3950208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automation architecture standards, patterns, and platform/tool selection for C&amp;C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8577072" y="4742688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22792" y="4779264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designs for scalability, security, and reuse across all C&amp;C platforms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8577072" y="5571744"/>
            <a:ext cx="3200400" cy="580000"/>
          </a:xfrm>
          <a:prstGeom prst="rect">
            <a:avLst/>
          </a:prstGeom>
          <a:solidFill>
            <a:srgbClr val="B7E1A1"/>
          </a:solidFill>
          <a:ln w="12700">
            <a:solidFill>
              <a:srgbClr val="B7E1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622792" y="5608320"/>
            <a:ext cx="3108960" cy="506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agent-callable tool contracts and design system rules for the C&amp;C ecosystem</a:t>
            </a:r>
            <a:endParaRPr lang="en-US" sz="1100"/>
          </a:p>
        </p:txBody>
      </p:sp>
      <p:sp>
        <p:nvSpPr>
          <p:cNvPr id="49" name="Shape 47"/>
          <p:cNvSpPr/>
          <p:nvPr/>
        </p:nvSpPr>
        <p:spPr>
          <a:xfrm>
            <a:off x="8046720" y="3081528"/>
            <a:ext cx="877824" cy="8778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394192" y="3282696"/>
            <a:ext cx="182880" cy="201168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321040" y="35204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01584" y="37581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700"/>
          </a:p>
        </p:txBody>
      </p:sp>
      <p:sp>
        <p:nvSpPr>
          <p:cNvPr id="54" name="Text 52"/>
          <p:cNvSpPr/>
          <p:nvPr/>
        </p:nvSpPr>
        <p:spPr>
          <a:xfrm>
            <a:off x="320040" y="65653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03/12/2026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8961120" y="65653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11841480" y="65653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617410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ar"/>
          <p:cNvSpPr txBox="1"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457200" tIns="91440" rIns="91440" bIns="91440" anchor="ctr"/>
          <a:lstStyle/>
          <a:p>
            <a:r>
              <a:rPr lang="en-US" sz="2000" b="1">
                <a:solidFill>
                  <a:srgbClr val="FFFFFF"/>
                </a:solidFill>
                <a:latin typeface="Arial Black"/>
              </a:rPr>
              <a:t>As-Is Process Hurdles — Cloud &amp; Connectivity Operations</a:t>
            </a:r>
          </a:p>
        </p:txBody>
      </p:sp>
      <p:sp>
        <p:nvSpPr>
          <p:cNvPr id="3" name="Intro"/>
          <p:cNvSpPr txBox="1"/>
          <p:nvPr/>
        </p:nvSpPr>
        <p:spPr>
          <a:xfrm>
            <a:off x="457200" y="594360"/>
            <a:ext cx="1127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/>
          <a:lstStyle/>
          <a:p>
            <a:r>
              <a:rPr lang="en-US" sz="1100" b="0" i="1">
                <a:solidFill>
                  <a:srgbClr val="555555"/>
                </a:solidFill>
                <a:latin typeface="Arial"/>
              </a:rPr>
              <a:t>Key structural pain points identified by the team — these are the recurring frictions that slow detection, response, and delivery today.</a:t>
            </a:r>
          </a:p>
        </p:txBody>
      </p:sp>
      <p:sp>
        <p:nvSpPr>
          <p:cNvPr id="10" name="C1H"/>
          <p:cNvSpPr txBox="1"/>
          <p:nvPr/>
        </p:nvSpPr>
        <p:spPr>
          <a:xfrm>
            <a:off x="228600" y="825500"/>
            <a:ext cx="3733800" cy="6223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45720" rIns="91440" bIns="45720" anchor="ctr"/>
          <a:lstStyle/>
          <a:p>
            <a:pPr algn="l">
              <a:buNone/>
            </a:pPr>
            <a:r>
              <a:rPr lang="en-US" b="1">
                <a:solidFill>
                  <a:srgbClr val="FFFFFF"/>
                </a:solidFill>
                <a:latin typeface="Arial"/>
              </a:rPr>
              <a:t>1. Fragmented Intake &amp; Prioritisation</a:t>
            </a:r>
          </a:p>
        </p:txBody>
      </p:sp>
      <p:sp>
        <p:nvSpPr>
          <p:cNvPr id="11" name="C1B"/>
          <p:cNvSpPr txBox="1"/>
          <p:nvPr/>
        </p:nvSpPr>
        <p:spPr>
          <a:xfrm>
            <a:off x="228600" y="1447800"/>
            <a:ext cx="3733800" cy="2133600"/>
          </a:xfrm>
          <a:prstGeom prst="rect">
            <a:avLst/>
          </a:prstGeom>
          <a:solidFill>
            <a:srgbClr val="FDF5F5"/>
          </a:solidFill>
          <a:ln w="12700">
            <a:solidFill>
              <a:srgbClr val="C89090"/>
            </a:solidFill>
          </a:ln>
        </p:spPr>
        <p:txBody>
          <a:bodyPr wrap="square" lIns="182880" tIns="152400" rIns="182880" bIns="15240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Requests arrive via multiple channels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Email, SharePoint, ServiceNow, and Jira all run in parallel. No single system of record. Teams ask: “Which tool is the source of truth?”</a:t>
            </a:r>
          </a:p>
          <a:p>
            <a:pPr>
              <a:lnSpc>
                <a:spcPts val="1350"/>
              </a:lnSpc>
              <a:spcAft>
                <a:spcPts val="250"/>
              </a:spcAft>
            </a:pPr>
            <a:endParaRPr lang="en-US" sz="10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50"/>
              </a:lnSpc>
              <a:spcBef>
                <a:spcPts val="20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Everything is high priority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Almost all requests marked urgent. Backlogs grow faster than they clear. </a:t>
            </a:r>
            <a:r>
              <a:rPr lang="en-US" sz="1000" b="0" err="1">
                <a:solidFill>
                  <a:srgbClr val="333333"/>
                </a:solidFill>
                <a:latin typeface="Arial"/>
              </a:rPr>
              <a:t>Prioritisation</a:t>
            </a:r>
            <a:r>
              <a:rPr lang="en-US" sz="1000" b="0">
                <a:solidFill>
                  <a:srgbClr val="333333"/>
                </a:solidFill>
                <a:latin typeface="Arial"/>
              </a:rPr>
              <a:t> re-done in meetings weekly with no structured framework.</a:t>
            </a:r>
            <a:endParaRPr lang="en-US" sz="1000" b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20" name="C2H"/>
          <p:cNvSpPr txBox="1"/>
          <p:nvPr/>
        </p:nvSpPr>
        <p:spPr>
          <a:xfrm>
            <a:off x="4190400" y="825500"/>
            <a:ext cx="3733800" cy="6223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45720" rIns="91440" bIns="45720" anchor="ctr"/>
          <a:lstStyle/>
          <a:p>
            <a:pPr algn="l">
              <a:buNone/>
            </a:pPr>
            <a:r>
              <a:rPr lang="en-US" b="1">
                <a:solidFill>
                  <a:srgbClr val="FFFFFF"/>
                </a:solidFill>
                <a:latin typeface="Arial"/>
              </a:rPr>
              <a:t>2. Manual Operations &amp; Alert Fatigue</a:t>
            </a:r>
          </a:p>
        </p:txBody>
      </p:sp>
      <p:sp>
        <p:nvSpPr>
          <p:cNvPr id="21" name="C2B"/>
          <p:cNvSpPr txBox="1"/>
          <p:nvPr/>
        </p:nvSpPr>
        <p:spPr>
          <a:xfrm>
            <a:off x="4190400" y="1447800"/>
            <a:ext cx="3733800" cy="2133600"/>
          </a:xfrm>
          <a:prstGeom prst="rect">
            <a:avLst/>
          </a:prstGeom>
          <a:solidFill>
            <a:srgbClr val="FDF5F5"/>
          </a:solidFill>
          <a:ln w="12700">
            <a:solidFill>
              <a:srgbClr val="C89090"/>
            </a:solidFill>
          </a:ln>
        </p:spPr>
        <p:txBody>
          <a:bodyPr wrap="square" lIns="182880" tIns="152400" rIns="182880" bIns="15240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Siloed monitoring with no unified view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Alerts fire on components, not service health. Engineers switch between multiple consoles and manually correlate signals. Alert noise is high and MTTD suffers.</a:t>
            </a:r>
          </a:p>
          <a:p>
            <a:pPr>
              <a:lnSpc>
                <a:spcPts val="1350"/>
              </a:lnSpc>
              <a:spcAft>
                <a:spcPts val="250"/>
              </a:spcAft>
            </a:pPr>
            <a:endParaRPr lang="en-US" sz="10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50"/>
              </a:lnSpc>
              <a:spcBef>
                <a:spcPts val="20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Teams stuck in fire-fighting mode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Infrastructure Ops spends too much time executing manual processes. AIOps platform exists but is not fully adopted. No time left for automation or improvement.</a:t>
            </a:r>
          </a:p>
        </p:txBody>
      </p:sp>
      <p:sp>
        <p:nvSpPr>
          <p:cNvPr id="30" name="C3H"/>
          <p:cNvSpPr txBox="1"/>
          <p:nvPr/>
        </p:nvSpPr>
        <p:spPr>
          <a:xfrm>
            <a:off x="8152200" y="825500"/>
            <a:ext cx="3713480" cy="6223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wrap="square" lIns="152400" tIns="45720" rIns="91440" bIns="45720" anchor="ctr"/>
          <a:lstStyle/>
          <a:p>
            <a:pPr algn="l">
              <a:buNone/>
            </a:pPr>
            <a:r>
              <a:rPr lang="en-US" b="1">
                <a:solidFill>
                  <a:srgbClr val="FFFFFF"/>
                </a:solidFill>
                <a:latin typeface="Arial"/>
              </a:rPr>
              <a:t>3. Tribal Knowledge &amp; CMDB Gaps</a:t>
            </a:r>
          </a:p>
        </p:txBody>
      </p:sp>
      <p:sp>
        <p:nvSpPr>
          <p:cNvPr id="31" name="C3B"/>
          <p:cNvSpPr txBox="1"/>
          <p:nvPr/>
        </p:nvSpPr>
        <p:spPr>
          <a:xfrm>
            <a:off x="8152200" y="1447800"/>
            <a:ext cx="3713480" cy="2133600"/>
          </a:xfrm>
          <a:prstGeom prst="rect">
            <a:avLst/>
          </a:prstGeom>
          <a:solidFill>
            <a:srgbClr val="FDF5F5"/>
          </a:solidFill>
          <a:ln w="12700">
            <a:solidFill>
              <a:srgbClr val="C89090"/>
            </a:solidFill>
          </a:ln>
        </p:spPr>
        <p:txBody>
          <a:bodyPr wrap="square" lIns="182880" tIns="152400" rIns="182880" bIns="15240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Inaccurate CMDB slows every diagnosis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CMDB data is fragmented and low quality. Service mapping is limited. Engineers manually trace dependencies. Inventory and CI relationships are not trustworthy.</a:t>
            </a:r>
          </a:p>
          <a:p>
            <a:pPr>
              <a:lnSpc>
                <a:spcPts val="1350"/>
              </a:lnSpc>
              <a:spcAft>
                <a:spcPts val="250"/>
              </a:spcAft>
            </a:pPr>
            <a:endParaRPr lang="en-US" sz="10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50"/>
              </a:lnSpc>
              <a:spcBef>
                <a:spcPts val="20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8B0000"/>
                </a:solidFill>
                <a:latin typeface="Arial"/>
              </a:rPr>
              <a:t>High key-person dependency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Too much knowledge lives only in people’s heads. High reliance on specific individuals. Runbooks are outdated Confluence prose — not actionable by agents or new team members.</a:t>
            </a:r>
          </a:p>
        </p:txBody>
      </p:sp>
      <p:sp>
        <p:nvSpPr>
          <p:cNvPr id="40" name="C4H"/>
          <p:cNvSpPr txBox="1"/>
          <p:nvPr/>
        </p:nvSpPr>
        <p:spPr>
          <a:xfrm>
            <a:off x="228600" y="3733800"/>
            <a:ext cx="3733800" cy="581660"/>
          </a:xfrm>
          <a:prstGeom prst="rect">
            <a:avLst/>
          </a:prstGeom>
          <a:solidFill>
            <a:srgbClr val="2B4F8C"/>
          </a:solidFill>
          <a:ln>
            <a:noFill/>
          </a:ln>
        </p:spPr>
        <p:txBody>
          <a:bodyPr wrap="square" lIns="152400" tIns="45720" rIns="91440" bIns="45720" anchor="ctr"/>
          <a:lstStyle/>
          <a:p>
            <a:pPr algn="l">
              <a:buNone/>
            </a:pPr>
            <a:r>
              <a:rPr lang="en-US" b="1">
                <a:solidFill>
                  <a:srgbClr val="FFFFFF"/>
                </a:solidFill>
                <a:latin typeface="Arial"/>
              </a:rPr>
              <a:t>4. IaC Sprawl &amp; Governance Friction</a:t>
            </a:r>
          </a:p>
        </p:txBody>
      </p:sp>
      <p:sp>
        <p:nvSpPr>
          <p:cNvPr id="41" name="C4B"/>
          <p:cNvSpPr txBox="1"/>
          <p:nvPr/>
        </p:nvSpPr>
        <p:spPr>
          <a:xfrm>
            <a:off x="228600" y="4315460"/>
            <a:ext cx="3733800" cy="2127503"/>
          </a:xfrm>
          <a:prstGeom prst="rect">
            <a:avLst/>
          </a:prstGeom>
          <a:solidFill>
            <a:srgbClr val="F5F7FC"/>
          </a:solidFill>
          <a:ln w="12700">
            <a:solidFill>
              <a:srgbClr val="A0B4D9"/>
            </a:solidFill>
          </a:ln>
        </p:spPr>
        <p:txBody>
          <a:bodyPr wrap="square" lIns="182880" tIns="152400" rIns="182880" bIns="15240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2B4F8C"/>
                </a:solidFill>
                <a:latin typeface="Arial"/>
              </a:rPr>
              <a:t>No </a:t>
            </a:r>
            <a:r>
              <a:rPr lang="en-US" sz="1050" b="1" err="1">
                <a:solidFill>
                  <a:srgbClr val="2B4F8C"/>
                </a:solidFill>
                <a:latin typeface="Arial"/>
              </a:rPr>
              <a:t>standardised</a:t>
            </a:r>
            <a:r>
              <a:rPr lang="en-US" sz="1050" b="1">
                <a:solidFill>
                  <a:srgbClr val="2B4F8C"/>
                </a:solidFill>
                <a:latin typeface="Arial"/>
              </a:rPr>
              <a:t> deployment path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Deployments happen “any way anyone wants” via bespoke GitHub Actions. Multiple </a:t>
            </a:r>
            <a:r>
              <a:rPr lang="en-US" sz="1000" b="0" err="1">
                <a:solidFill>
                  <a:srgbClr val="333333"/>
                </a:solidFill>
                <a:latin typeface="Arial"/>
              </a:rPr>
              <a:t>IaC</a:t>
            </a:r>
            <a:r>
              <a:rPr lang="en-US" sz="1000" b="0">
                <a:solidFill>
                  <a:srgbClr val="333333"/>
                </a:solidFill>
                <a:latin typeface="Arial"/>
              </a:rPr>
              <a:t> languages (CloudFormation, Bicep, Terraform) create maintenance overhead.</a:t>
            </a:r>
            <a:endParaRPr lang="en-US" sz="1000" b="0">
              <a:solidFill>
                <a:srgbClr val="333333"/>
              </a:solidFill>
              <a:latin typeface="Arial"/>
              <a:cs typeface="Arial"/>
            </a:endParaRPr>
          </a:p>
          <a:p>
            <a:pPr>
              <a:lnSpc>
                <a:spcPts val="1350"/>
              </a:lnSpc>
              <a:spcAft>
                <a:spcPts val="250"/>
              </a:spcAft>
            </a:pPr>
            <a:endParaRPr lang="en-US" sz="10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50"/>
              </a:lnSpc>
              <a:spcBef>
                <a:spcPts val="20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2B4F8C"/>
                </a:solidFill>
                <a:latin typeface="Arial"/>
              </a:rPr>
              <a:t>Cyber review is slow and high-friction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Manual Cyber approval gates stifle innovation pace. No policy-as-code. Post-deployment config is click-ops with no drift detection. Limited governance post-deploy.</a:t>
            </a:r>
          </a:p>
        </p:txBody>
      </p:sp>
      <p:sp>
        <p:nvSpPr>
          <p:cNvPr id="50" name="C5H"/>
          <p:cNvSpPr txBox="1"/>
          <p:nvPr/>
        </p:nvSpPr>
        <p:spPr>
          <a:xfrm>
            <a:off x="4190400" y="3733800"/>
            <a:ext cx="3733800" cy="581660"/>
          </a:xfrm>
          <a:prstGeom prst="rect">
            <a:avLst/>
          </a:prstGeom>
          <a:solidFill>
            <a:srgbClr val="2B4F8C"/>
          </a:solidFill>
          <a:ln>
            <a:noFill/>
          </a:ln>
        </p:spPr>
        <p:txBody>
          <a:bodyPr wrap="square" lIns="152400" tIns="45720" rIns="91440" bIns="45720" anchor="ctr"/>
          <a:lstStyle/>
          <a:p>
            <a:pPr algn="l">
              <a:buNone/>
            </a:pPr>
            <a:r>
              <a:rPr lang="en-US" b="1">
                <a:solidFill>
                  <a:srgbClr val="FFFFFF"/>
                </a:solidFill>
                <a:latin typeface="Arial"/>
              </a:rPr>
              <a:t>5. Manual Post-Incident Documentation</a:t>
            </a:r>
            <a:endParaRPr lang="en-US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1" name="C5B"/>
          <p:cNvSpPr txBox="1"/>
          <p:nvPr/>
        </p:nvSpPr>
        <p:spPr>
          <a:xfrm>
            <a:off x="4190400" y="4315460"/>
            <a:ext cx="3733800" cy="2123440"/>
          </a:xfrm>
          <a:prstGeom prst="rect">
            <a:avLst/>
          </a:prstGeom>
          <a:solidFill>
            <a:srgbClr val="F5F7FC"/>
          </a:solidFill>
          <a:ln w="12700">
            <a:solidFill>
              <a:srgbClr val="A0B4D9"/>
            </a:solidFill>
          </a:ln>
        </p:spPr>
        <p:txBody>
          <a:bodyPr wrap="square" lIns="182880" tIns="152400" rIns="182880" bIns="15240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2B4F8C"/>
                </a:solidFill>
                <a:latin typeface="Arial"/>
              </a:rPr>
              <a:t>All AARs, RCAs, and docs are written by hand</a:t>
            </a:r>
            <a:endParaRPr lang="en-US" sz="1050" b="1">
              <a:solidFill>
                <a:srgbClr val="2B4F8C"/>
              </a:solidFill>
              <a:latin typeface="Arial"/>
              <a:cs typeface="Arial"/>
            </a:endParaRP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After stressful incidents, engineers must manually write AARs, RCAs, Problem Records, and Deviation reports. Quality documentation for cloud solutions is also written by hand.</a:t>
            </a:r>
            <a:endParaRPr lang="en-US" sz="1000" b="0">
              <a:solidFill>
                <a:srgbClr val="333333"/>
              </a:solidFill>
              <a:latin typeface="Arial"/>
              <a:cs typeface="Arial"/>
            </a:endParaRPr>
          </a:p>
          <a:p>
            <a:pPr>
              <a:lnSpc>
                <a:spcPts val="1350"/>
              </a:lnSpc>
              <a:spcAft>
                <a:spcPts val="250"/>
              </a:spcAft>
            </a:pPr>
            <a:endParaRPr lang="en-US" sz="10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50"/>
              </a:lnSpc>
              <a:spcBef>
                <a:spcPts val="20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2B4F8C"/>
                </a:solidFill>
                <a:latin typeface="Arial"/>
              </a:rPr>
              <a:t>No closed feedback loop from incidents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AAR template asks what to automate but outputs rarely drive backlog items. Same problems surface every quarter without systemic resolution.</a:t>
            </a:r>
          </a:p>
        </p:txBody>
      </p:sp>
      <p:sp>
        <p:nvSpPr>
          <p:cNvPr id="60" name="C6H"/>
          <p:cNvSpPr txBox="1"/>
          <p:nvPr/>
        </p:nvSpPr>
        <p:spPr>
          <a:xfrm>
            <a:off x="8152200" y="3733800"/>
            <a:ext cx="3713480" cy="581660"/>
          </a:xfrm>
          <a:prstGeom prst="rect">
            <a:avLst/>
          </a:prstGeom>
          <a:solidFill>
            <a:srgbClr val="2B4F8C"/>
          </a:solidFill>
          <a:ln>
            <a:noFill/>
          </a:ln>
        </p:spPr>
        <p:txBody>
          <a:bodyPr wrap="square" lIns="152400" tIns="45720" rIns="91440" bIns="45720" anchor="ctr"/>
          <a:lstStyle/>
          <a:p>
            <a:pPr algn="l">
              <a:buNone/>
            </a:pPr>
            <a:r>
              <a:rPr lang="en-US" b="1">
                <a:solidFill>
                  <a:srgbClr val="FFFFFF"/>
                </a:solidFill>
                <a:latin typeface="Arial"/>
              </a:rPr>
              <a:t>6. Financial &amp; Procurement Chaos</a:t>
            </a:r>
            <a:endParaRPr lang="en-US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1" name="C6B"/>
          <p:cNvSpPr txBox="1"/>
          <p:nvPr/>
        </p:nvSpPr>
        <p:spPr>
          <a:xfrm>
            <a:off x="8152200" y="4315460"/>
            <a:ext cx="3713480" cy="2123440"/>
          </a:xfrm>
          <a:prstGeom prst="rect">
            <a:avLst/>
          </a:prstGeom>
          <a:solidFill>
            <a:srgbClr val="F5F7FC"/>
          </a:solidFill>
          <a:ln w="12700">
            <a:solidFill>
              <a:srgbClr val="A0B4D9"/>
            </a:solidFill>
          </a:ln>
        </p:spPr>
        <p:txBody>
          <a:bodyPr wrap="square" lIns="182880" tIns="152400" rIns="182880" bIns="152400" anchor="t"/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2B4F8C"/>
                </a:solidFill>
                <a:latin typeface="Arial"/>
              </a:rPr>
              <a:t>Purchase requests arrive from multiple channels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Capital and purchase requests flow in via SharePoint, ServiceNow, and email. No unified intake. Quotes, SOWs, and change orders are not consistently linked to requests.</a:t>
            </a:r>
          </a:p>
          <a:p>
            <a:pPr>
              <a:lnSpc>
                <a:spcPts val="1350"/>
              </a:lnSpc>
              <a:spcAft>
                <a:spcPts val="250"/>
              </a:spcAft>
            </a:pPr>
            <a:endParaRPr lang="en-US" sz="1000">
              <a:solidFill>
                <a:srgbClr val="333333"/>
              </a:solidFill>
              <a:latin typeface="Arial"/>
            </a:endParaRPr>
          </a:p>
          <a:p>
            <a:pPr>
              <a:lnSpc>
                <a:spcPts val="1350"/>
              </a:lnSpc>
              <a:spcBef>
                <a:spcPts val="200"/>
              </a:spcBef>
              <a:spcAft>
                <a:spcPts val="250"/>
              </a:spcAft>
              <a:buNone/>
            </a:pPr>
            <a:r>
              <a:rPr lang="en-US" sz="1050" b="1">
                <a:solidFill>
                  <a:srgbClr val="2B4F8C"/>
                </a:solidFill>
                <a:latin typeface="Arial"/>
              </a:rPr>
              <a:t>Invoice approval requires manual chasing</a:t>
            </a:r>
          </a:p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333333"/>
                </a:solidFill>
                <a:latin typeface="Arial"/>
              </a:rPr>
              <a:t>No formal system for equipment receiving confirmation. Invoice approvers must contact data centers directly to verify delivery. Capital closeout is manual and slow.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30200" y="6477000"/>
            <a:ext cx="1153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en-US" sz="1000" b="0">
                <a:solidFill>
                  <a:srgbClr val="777777"/>
                </a:solidFill>
                <a:latin typeface="Arial"/>
              </a:rPr>
              <a:t>Design Thinking — Agentic AI Workshop | Cloud &amp; Connectivity | March 12, 2026  |  ©2026 Eli Lilly and Company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2062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9537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As-Is Scenario Map — Cloud &amp; Connectivity Operations</a:t>
            </a:r>
          </a:p>
        </p:txBody>
      </p:sp>
      <p:sp>
        <p:nvSpPr>
          <p:cNvPr id="4" name="Text 2"/>
          <p:cNvSpPr/>
          <p:nvPr/>
        </p:nvSpPr>
        <p:spPr>
          <a:xfrm>
            <a:off x="9628632" y="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FFAAAA"/>
                </a:solidFill>
                <a:latin typeface="Arial"/>
                <a:ea typeface="Arial"/>
                <a:cs typeface="Arial"/>
              </a:rPr>
              <a:t>©2026 Eli Lilly and Company</a:t>
            </a:r>
          </a:p>
        </p:txBody>
      </p:sp>
      <p:sp>
        <p:nvSpPr>
          <p:cNvPr id="15" name="Shape 13"/>
          <p:cNvSpPr/>
          <p:nvPr/>
        </p:nvSpPr>
        <p:spPr>
          <a:xfrm>
            <a:off x="63500" y="420624"/>
            <a:ext cx="12065000" cy="62179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3900" y="475488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3900" y="475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 16"/>
          <p:cNvSpPr/>
          <p:nvPr/>
        </p:nvSpPr>
        <p:spPr>
          <a:xfrm>
            <a:off x="88900" y="749808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Work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Intake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1727200" y="420624"/>
            <a:ext cx="0" cy="53035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76500" y="475488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76500" y="475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Text 20"/>
          <p:cNvSpPr/>
          <p:nvPr/>
        </p:nvSpPr>
        <p:spPr>
          <a:xfrm>
            <a:off x="1841500" y="749808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Triage &amp;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Prioritisation</a:t>
            </a:r>
            <a:endParaRPr lang="en-US" sz="750"/>
          </a:p>
        </p:txBody>
      </p:sp>
      <p:sp>
        <p:nvSpPr>
          <p:cNvPr id="23" name="Shape 21"/>
          <p:cNvSpPr/>
          <p:nvPr/>
        </p:nvSpPr>
        <p:spPr>
          <a:xfrm>
            <a:off x="3479800" y="420624"/>
            <a:ext cx="0" cy="53035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29100" y="475488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29100" y="475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 24"/>
          <p:cNvSpPr/>
          <p:nvPr/>
        </p:nvSpPr>
        <p:spPr>
          <a:xfrm>
            <a:off x="3594100" y="749808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Incident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Detection</a:t>
            </a:r>
            <a:endParaRPr lang="en-US" sz="750"/>
          </a:p>
        </p:txBody>
      </p:sp>
      <p:sp>
        <p:nvSpPr>
          <p:cNvPr id="27" name="Shape 25"/>
          <p:cNvSpPr/>
          <p:nvPr/>
        </p:nvSpPr>
        <p:spPr>
          <a:xfrm>
            <a:off x="5232400" y="420624"/>
            <a:ext cx="0" cy="53035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81700" y="475488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81700" y="475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Text 28"/>
          <p:cNvSpPr/>
          <p:nvPr/>
        </p:nvSpPr>
        <p:spPr>
          <a:xfrm>
            <a:off x="5346700" y="749808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Investigation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&amp; Diagnosis</a:t>
            </a:r>
            <a:endParaRPr lang="en-US" sz="750"/>
          </a:p>
        </p:txBody>
      </p:sp>
      <p:sp>
        <p:nvSpPr>
          <p:cNvPr id="31" name="Shape 29"/>
          <p:cNvSpPr/>
          <p:nvPr/>
        </p:nvSpPr>
        <p:spPr>
          <a:xfrm>
            <a:off x="6985000" y="420624"/>
            <a:ext cx="0" cy="53035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734300" y="475488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34300" y="475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" name="Text 32"/>
          <p:cNvSpPr/>
          <p:nvPr/>
        </p:nvSpPr>
        <p:spPr>
          <a:xfrm>
            <a:off x="7099300" y="749808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Remediation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&amp; Change</a:t>
            </a:r>
            <a:endParaRPr lang="en-US" sz="750"/>
          </a:p>
        </p:txBody>
      </p:sp>
      <p:sp>
        <p:nvSpPr>
          <p:cNvPr id="35" name="Shape 33"/>
          <p:cNvSpPr/>
          <p:nvPr/>
        </p:nvSpPr>
        <p:spPr>
          <a:xfrm>
            <a:off x="8737600" y="420624"/>
            <a:ext cx="0" cy="53035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486900" y="475488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486900" y="475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Text 36"/>
          <p:cNvSpPr/>
          <p:nvPr/>
        </p:nvSpPr>
        <p:spPr>
          <a:xfrm>
            <a:off x="8851900" y="749808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Documentation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&amp; Compliance</a:t>
            </a:r>
            <a:endParaRPr lang="en-US" sz="750"/>
          </a:p>
        </p:txBody>
      </p:sp>
      <p:sp>
        <p:nvSpPr>
          <p:cNvPr id="39" name="Shape 37"/>
          <p:cNvSpPr/>
          <p:nvPr/>
        </p:nvSpPr>
        <p:spPr>
          <a:xfrm>
            <a:off x="10490200" y="420624"/>
            <a:ext cx="0" cy="530352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239500" y="475488"/>
            <a:ext cx="256032" cy="25603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1239500" y="475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2" name="Text 40"/>
          <p:cNvSpPr/>
          <p:nvPr/>
        </p:nvSpPr>
        <p:spPr>
          <a:xfrm>
            <a:off x="10604500" y="749808"/>
            <a:ext cx="152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Reporting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&amp; Learning</a:t>
            </a:r>
            <a:endParaRPr lang="en-US" sz="750"/>
          </a:p>
        </p:txBody>
      </p:sp>
      <p:sp>
        <p:nvSpPr>
          <p:cNvPr id="43" name="Shape 41"/>
          <p:cNvSpPr/>
          <p:nvPr/>
        </p:nvSpPr>
        <p:spPr>
          <a:xfrm>
            <a:off x="63500" y="1042416"/>
            <a:ext cx="12065000" cy="2432304"/>
          </a:xfrm>
          <a:prstGeom prst="rect">
            <a:avLst/>
          </a:prstGeom>
          <a:solidFill>
            <a:srgbClr val="EEF5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500" y="1042416"/>
            <a:ext cx="12065000" cy="256032"/>
          </a:xfrm>
          <a:prstGeom prst="rect">
            <a:avLst/>
          </a:prstGeom>
          <a:solidFill>
            <a:srgbClr val="C0D0E8"/>
          </a:solidFill>
          <a:ln w="508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8900" y="1042416"/>
            <a:ext cx="12014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E3A5F"/>
                </a:solidFill>
                <a:latin typeface="Arial"/>
                <a:ea typeface="Arial"/>
                <a:cs typeface="Arial"/>
              </a:rPr>
              <a:t>PROCESS FLOW</a:t>
            </a:r>
          </a:p>
        </p:txBody>
      </p:sp>
      <p:sp>
        <p:nvSpPr>
          <p:cNvPr id="46" name="Shape 44"/>
          <p:cNvSpPr/>
          <p:nvPr/>
        </p:nvSpPr>
        <p:spPr>
          <a:xfrm>
            <a:off x="88900" y="1380744"/>
            <a:ext cx="1524000" cy="201168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8900" y="1380744"/>
            <a:ext cx="1524000" cy="201168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Email, SharePoint,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ServiceNow &amp; Jira —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single system</a:t>
            </a:r>
            <a:endParaRPr lang="en-US" sz="1050"/>
          </a:p>
        </p:txBody>
      </p:sp>
      <p:sp>
        <p:nvSpPr>
          <p:cNvPr id="48" name="Shape 46"/>
          <p:cNvSpPr/>
          <p:nvPr/>
        </p:nvSpPr>
        <p:spPr>
          <a:xfrm>
            <a:off x="1841500" y="1380744"/>
            <a:ext cx="1524000" cy="201168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841500" y="1380744"/>
            <a:ext cx="1524000" cy="201168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backlog review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across multiple tools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— no framework</a:t>
            </a:r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3594100" y="1380744"/>
            <a:ext cx="1524000" cy="201168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594100" y="1380744"/>
            <a:ext cx="1524000" cy="201168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Monitoring siloed;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alerts on components,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service health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5346700" y="1380744"/>
            <a:ext cx="1524000" cy="201168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346700" y="1380744"/>
            <a:ext cx="1524000" cy="201168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dependency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tracing; CMDB often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inaccurate</a:t>
            </a:r>
            <a:endParaRPr lang="en-US" sz="1050"/>
          </a:p>
        </p:txBody>
      </p:sp>
      <p:sp>
        <p:nvSpPr>
          <p:cNvPr id="54" name="Shape 52"/>
          <p:cNvSpPr/>
          <p:nvPr/>
        </p:nvSpPr>
        <p:spPr>
          <a:xfrm>
            <a:off x="7099300" y="1380744"/>
            <a:ext cx="1524000" cy="201168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099300" y="1380744"/>
            <a:ext cx="1524000" cy="201168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Bespoke GitHub Actions;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paved paths;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click-ops post-deploy</a:t>
            </a:r>
            <a:endParaRPr lang="en-US" sz="1050"/>
          </a:p>
        </p:txBody>
      </p:sp>
      <p:sp>
        <p:nvSpPr>
          <p:cNvPr id="56" name="Shape 54"/>
          <p:cNvSpPr/>
          <p:nvPr/>
        </p:nvSpPr>
        <p:spPr>
          <a:xfrm>
            <a:off x="8851900" y="1380744"/>
            <a:ext cx="1524000" cy="201168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851900" y="1380744"/>
            <a:ext cx="1524000" cy="201168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Manually write AARs,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RCAs, Problem Records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&amp; Deviations</a:t>
            </a:r>
            <a:endParaRPr lang="en-US" sz="1050"/>
          </a:p>
        </p:txBody>
      </p:sp>
      <p:sp>
        <p:nvSpPr>
          <p:cNvPr id="58" name="Shape 56"/>
          <p:cNvSpPr/>
          <p:nvPr/>
        </p:nvSpPr>
        <p:spPr>
          <a:xfrm>
            <a:off x="10604500" y="1380744"/>
            <a:ext cx="1524000" cy="201168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604500" y="1380744"/>
            <a:ext cx="1524000" cy="201168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Patch compliance from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3 tools quarterly;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summaries manual</a:t>
            </a:r>
            <a:endParaRPr lang="en-US" sz="1050"/>
          </a:p>
        </p:txBody>
      </p:sp>
      <p:sp>
        <p:nvSpPr>
          <p:cNvPr id="60" name="Shape 58"/>
          <p:cNvSpPr/>
          <p:nvPr/>
        </p:nvSpPr>
        <p:spPr>
          <a:xfrm>
            <a:off x="16383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3909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1435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8961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6487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04013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3500" y="3566160"/>
            <a:ext cx="12065000" cy="2157984"/>
          </a:xfrm>
          <a:prstGeom prst="rect">
            <a:avLst/>
          </a:prstGeom>
          <a:solidFill>
            <a:srgbClr val="FFF0F0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3500" y="3566160"/>
            <a:ext cx="12065000" cy="256032"/>
          </a:xfrm>
          <a:prstGeom prst="rect">
            <a:avLst/>
          </a:prstGeom>
          <a:solidFill>
            <a:srgbClr val="F0C0C0"/>
          </a:solidFill>
          <a:ln w="508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8900" y="3566160"/>
            <a:ext cx="12014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7A1313"/>
                </a:solidFill>
                <a:latin typeface="Arial"/>
                <a:ea typeface="Arial"/>
                <a:cs typeface="Arial"/>
              </a:rPr>
              <a:t>⚠  PAIN — Where the process breaks down</a:t>
            </a:r>
          </a:p>
        </p:txBody>
      </p:sp>
      <p:sp>
        <p:nvSpPr>
          <p:cNvPr id="69" name="Shape 67"/>
          <p:cNvSpPr/>
          <p:nvPr/>
        </p:nvSpPr>
        <p:spPr>
          <a:xfrm>
            <a:off x="88900" y="3904488"/>
            <a:ext cx="1524000" cy="1737360"/>
          </a:xfrm>
          <a:prstGeom prst="roundRect">
            <a:avLst>
              <a:gd name="adj" fmla="val 4008"/>
            </a:avLst>
          </a:prstGeom>
          <a:solidFill>
            <a:srgbClr val="F5D0D0"/>
          </a:solidFill>
          <a:ln w="10160">
            <a:solidFill>
              <a:srgbClr val="CC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8900" y="3904488"/>
            <a:ext cx="1524000" cy="173736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Fragmented intake: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email + SharePoint +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ServiceNow + Jira</a:t>
            </a:r>
          </a:p>
        </p:txBody>
      </p:sp>
      <p:sp>
        <p:nvSpPr>
          <p:cNvPr id="71" name="Shape 69"/>
          <p:cNvSpPr/>
          <p:nvPr/>
        </p:nvSpPr>
        <p:spPr>
          <a:xfrm>
            <a:off x="1841500" y="3904488"/>
            <a:ext cx="1524000" cy="1737360"/>
          </a:xfrm>
          <a:prstGeom prst="roundRect">
            <a:avLst>
              <a:gd name="adj" fmla="val 4008"/>
            </a:avLst>
          </a:prstGeom>
          <a:solidFill>
            <a:srgbClr val="F5D0D0"/>
          </a:solidFill>
          <a:ln w="10160">
            <a:solidFill>
              <a:srgbClr val="CC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841500" y="3904488"/>
            <a:ext cx="1524000" cy="173736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Everything is high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priority; backlogs grow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faster than they clear</a:t>
            </a:r>
          </a:p>
        </p:txBody>
      </p:sp>
      <p:sp>
        <p:nvSpPr>
          <p:cNvPr id="73" name="Shape 71"/>
          <p:cNvSpPr/>
          <p:nvPr/>
        </p:nvSpPr>
        <p:spPr>
          <a:xfrm>
            <a:off x="3594100" y="3904488"/>
            <a:ext cx="1524000" cy="1737360"/>
          </a:xfrm>
          <a:prstGeom prst="roundRect">
            <a:avLst>
              <a:gd name="adj" fmla="val 4008"/>
            </a:avLst>
          </a:prstGeom>
          <a:solidFill>
            <a:srgbClr val="F5D0D0"/>
          </a:solidFill>
          <a:ln w="10160">
            <a:solidFill>
              <a:srgbClr val="CC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594100" y="3904488"/>
            <a:ext cx="1524000" cy="173736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Siloed tools; manual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correlation; no service-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centric health state</a:t>
            </a:r>
          </a:p>
        </p:txBody>
      </p:sp>
      <p:sp>
        <p:nvSpPr>
          <p:cNvPr id="75" name="Shape 73"/>
          <p:cNvSpPr/>
          <p:nvPr/>
        </p:nvSpPr>
        <p:spPr>
          <a:xfrm>
            <a:off x="5346700" y="3904488"/>
            <a:ext cx="1524000" cy="1737360"/>
          </a:xfrm>
          <a:prstGeom prst="roundRect">
            <a:avLst>
              <a:gd name="adj" fmla="val 4008"/>
            </a:avLst>
          </a:prstGeom>
          <a:solidFill>
            <a:srgbClr val="F5D0D0"/>
          </a:solidFill>
          <a:ln w="10160">
            <a:solidFill>
              <a:srgbClr val="CC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346700" y="3904488"/>
            <a:ext cx="1524000" cy="173736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Tribal knowledge;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outdated runbooks;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inaccurate CMDB</a:t>
            </a:r>
          </a:p>
        </p:txBody>
      </p:sp>
      <p:sp>
        <p:nvSpPr>
          <p:cNvPr id="77" name="Shape 75"/>
          <p:cNvSpPr/>
          <p:nvPr/>
        </p:nvSpPr>
        <p:spPr>
          <a:xfrm>
            <a:off x="7099300" y="3904488"/>
            <a:ext cx="1524000" cy="1737360"/>
          </a:xfrm>
          <a:prstGeom prst="roundRect">
            <a:avLst>
              <a:gd name="adj" fmla="val 4008"/>
            </a:avLst>
          </a:prstGeom>
          <a:solidFill>
            <a:srgbClr val="F5D0D0"/>
          </a:solidFill>
          <a:ln w="10160">
            <a:solidFill>
              <a:srgbClr val="CC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099300" y="3904488"/>
            <a:ext cx="1524000" cy="173736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paved paths;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bespoke automation;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Cyber approvals</a:t>
            </a:r>
          </a:p>
        </p:txBody>
      </p:sp>
      <p:sp>
        <p:nvSpPr>
          <p:cNvPr id="79" name="Shape 77"/>
          <p:cNvSpPr/>
          <p:nvPr/>
        </p:nvSpPr>
        <p:spPr>
          <a:xfrm>
            <a:off x="8851900" y="3904488"/>
            <a:ext cx="1524000" cy="1737360"/>
          </a:xfrm>
          <a:prstGeom prst="roundRect">
            <a:avLst>
              <a:gd name="adj" fmla="val 4008"/>
            </a:avLst>
          </a:prstGeom>
          <a:solidFill>
            <a:srgbClr val="F5D0D0"/>
          </a:solidFill>
          <a:ln w="10160">
            <a:solidFill>
              <a:srgbClr val="CC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851900" y="3904488"/>
            <a:ext cx="1524000" cy="173736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post-incident docs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manual; no linkage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ServiceNow ↔ Jira</a:t>
            </a:r>
          </a:p>
        </p:txBody>
      </p:sp>
      <p:sp>
        <p:nvSpPr>
          <p:cNvPr id="81" name="Shape 79"/>
          <p:cNvSpPr/>
          <p:nvPr/>
        </p:nvSpPr>
        <p:spPr>
          <a:xfrm>
            <a:off x="10604500" y="3904488"/>
            <a:ext cx="1524000" cy="1737360"/>
          </a:xfrm>
          <a:prstGeom prst="roundRect">
            <a:avLst>
              <a:gd name="adj" fmla="val 4008"/>
            </a:avLst>
          </a:prstGeom>
          <a:solidFill>
            <a:srgbClr val="F5D0D0"/>
          </a:solidFill>
          <a:ln w="10160">
            <a:solidFill>
              <a:srgbClr val="CC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0604500" y="3904488"/>
            <a:ext cx="1524000" cy="173736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Insights not acted on;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automation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backlog loop</a:t>
            </a:r>
          </a:p>
        </p:txBody>
      </p:sp>
      <p:sp>
        <p:nvSpPr>
          <p:cNvPr id="83" name="Shape 81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274320" y="6638544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Thinking — Agentic AI Workshop  |  Cloud &amp; Connectivity  |  March 12, 2026</a:t>
            </a:r>
          </a:p>
        </p:txBody>
      </p:sp>
    </p:spTree>
    <p:extLst>
      <p:ext uri="{BB962C8B-B14F-4D97-AF65-F5344CB8AC3E}">
        <p14:creationId xmlns:p14="http://schemas.microsoft.com/office/powerpoint/2010/main" val="3320386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2062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01168" y="0"/>
            <a:ext cx="95371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To-Be Scenario Map — Cloud &amp; Connectivity Operations</a:t>
            </a:r>
          </a:p>
        </p:txBody>
      </p:sp>
      <p:sp>
        <p:nvSpPr>
          <p:cNvPr id="4" name="Text 2"/>
          <p:cNvSpPr/>
          <p:nvPr/>
        </p:nvSpPr>
        <p:spPr>
          <a:xfrm>
            <a:off x="9628632" y="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FFAAAA"/>
                </a:solidFill>
                <a:latin typeface="Arial"/>
                <a:ea typeface="Arial"/>
                <a:cs typeface="Arial"/>
              </a:rPr>
              <a:t>©2026 Eli Lilly and Company</a:t>
            </a:r>
          </a:p>
        </p:txBody>
      </p:sp>
      <p:sp>
        <p:nvSpPr>
          <p:cNvPr id="15" name="Shape 13"/>
          <p:cNvSpPr/>
          <p:nvPr/>
        </p:nvSpPr>
        <p:spPr>
          <a:xfrm>
            <a:off x="63500" y="419100"/>
            <a:ext cx="12065000" cy="6223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23900" y="469900"/>
            <a:ext cx="254000" cy="2540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23900" y="469900"/>
            <a:ext cx="254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 16"/>
          <p:cNvSpPr/>
          <p:nvPr/>
        </p:nvSpPr>
        <p:spPr>
          <a:xfrm>
            <a:off x="88900" y="749300"/>
            <a:ext cx="1524000" cy="279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Work</a:t>
            </a:r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19" name="Shape 17"/>
          <p:cNvSpPr/>
          <p:nvPr/>
        </p:nvSpPr>
        <p:spPr>
          <a:xfrm>
            <a:off x="1727200" y="419100"/>
            <a:ext cx="0" cy="53086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476500" y="469900"/>
            <a:ext cx="254000" cy="2540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476500" y="469900"/>
            <a:ext cx="254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Text 20"/>
          <p:cNvSpPr/>
          <p:nvPr/>
        </p:nvSpPr>
        <p:spPr>
          <a:xfrm>
            <a:off x="1841500" y="749300"/>
            <a:ext cx="1524000" cy="279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Triage &amp;</a:t>
            </a:r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Prioritisation</a:t>
            </a:r>
          </a:p>
        </p:txBody>
      </p:sp>
      <p:sp>
        <p:nvSpPr>
          <p:cNvPr id="23" name="Shape 21"/>
          <p:cNvSpPr/>
          <p:nvPr/>
        </p:nvSpPr>
        <p:spPr>
          <a:xfrm>
            <a:off x="3479800" y="419100"/>
            <a:ext cx="0" cy="53086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229100" y="469900"/>
            <a:ext cx="254000" cy="2540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229100" y="469900"/>
            <a:ext cx="254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 24"/>
          <p:cNvSpPr/>
          <p:nvPr/>
        </p:nvSpPr>
        <p:spPr>
          <a:xfrm>
            <a:off x="3594100" y="749300"/>
            <a:ext cx="1524000" cy="279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Incident</a:t>
            </a:r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27" name="Shape 25"/>
          <p:cNvSpPr/>
          <p:nvPr/>
        </p:nvSpPr>
        <p:spPr>
          <a:xfrm>
            <a:off x="5232400" y="419100"/>
            <a:ext cx="0" cy="53086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981700" y="469900"/>
            <a:ext cx="254000" cy="2540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981700" y="469900"/>
            <a:ext cx="254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Text 28"/>
          <p:cNvSpPr/>
          <p:nvPr/>
        </p:nvSpPr>
        <p:spPr>
          <a:xfrm>
            <a:off x="5346700" y="749300"/>
            <a:ext cx="1524000" cy="279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Investigation</a:t>
            </a:r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&amp; Diagnosis</a:t>
            </a:r>
          </a:p>
        </p:txBody>
      </p:sp>
      <p:sp>
        <p:nvSpPr>
          <p:cNvPr id="31" name="Shape 29"/>
          <p:cNvSpPr/>
          <p:nvPr/>
        </p:nvSpPr>
        <p:spPr>
          <a:xfrm>
            <a:off x="6985000" y="419100"/>
            <a:ext cx="0" cy="53086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7734300" y="469900"/>
            <a:ext cx="254000" cy="2540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7734300" y="469900"/>
            <a:ext cx="254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" name="Text 32"/>
          <p:cNvSpPr/>
          <p:nvPr/>
        </p:nvSpPr>
        <p:spPr>
          <a:xfrm>
            <a:off x="7099300" y="749300"/>
            <a:ext cx="1524000" cy="279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Remediation</a:t>
            </a:r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&amp; Change</a:t>
            </a:r>
          </a:p>
        </p:txBody>
      </p:sp>
      <p:sp>
        <p:nvSpPr>
          <p:cNvPr id="35" name="Shape 33"/>
          <p:cNvSpPr/>
          <p:nvPr/>
        </p:nvSpPr>
        <p:spPr>
          <a:xfrm>
            <a:off x="8737600" y="419100"/>
            <a:ext cx="0" cy="53086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9486900" y="469900"/>
            <a:ext cx="254000" cy="2540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486900" y="469900"/>
            <a:ext cx="254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Text 36"/>
          <p:cNvSpPr/>
          <p:nvPr/>
        </p:nvSpPr>
        <p:spPr>
          <a:xfrm>
            <a:off x="8851900" y="749300"/>
            <a:ext cx="1524000" cy="279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Documentation</a:t>
            </a:r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&amp; Compliance</a:t>
            </a:r>
          </a:p>
        </p:txBody>
      </p:sp>
      <p:sp>
        <p:nvSpPr>
          <p:cNvPr id="39" name="Shape 37"/>
          <p:cNvSpPr/>
          <p:nvPr/>
        </p:nvSpPr>
        <p:spPr>
          <a:xfrm>
            <a:off x="10490200" y="419100"/>
            <a:ext cx="0" cy="530860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1239500" y="469900"/>
            <a:ext cx="254000" cy="25400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11239500" y="469900"/>
            <a:ext cx="2540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2" name="Text 40"/>
          <p:cNvSpPr/>
          <p:nvPr/>
        </p:nvSpPr>
        <p:spPr>
          <a:xfrm>
            <a:off x="10604500" y="749300"/>
            <a:ext cx="1524000" cy="279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Reporting</a:t>
            </a:r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Arial"/>
                <a:ea typeface="Arial"/>
                <a:cs typeface="Arial"/>
              </a:rPr>
              <a:t>&amp; Learning</a:t>
            </a:r>
          </a:p>
        </p:txBody>
      </p:sp>
      <p:sp>
        <p:nvSpPr>
          <p:cNvPr id="43" name="Shape 41"/>
          <p:cNvSpPr/>
          <p:nvPr/>
        </p:nvSpPr>
        <p:spPr>
          <a:xfrm>
            <a:off x="63500" y="1041400"/>
            <a:ext cx="12065000" cy="2438400"/>
          </a:xfrm>
          <a:prstGeom prst="rect">
            <a:avLst/>
          </a:prstGeom>
          <a:solidFill>
            <a:srgbClr val="EEF5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3500" y="1041400"/>
            <a:ext cx="12065000" cy="254000"/>
          </a:xfrm>
          <a:prstGeom prst="rect">
            <a:avLst/>
          </a:prstGeom>
          <a:solidFill>
            <a:srgbClr val="C0D0E8"/>
          </a:solidFill>
          <a:ln w="508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8900" y="1041400"/>
            <a:ext cx="120142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E3A5F"/>
                </a:solidFill>
                <a:latin typeface="Arial"/>
                <a:ea typeface="Arial"/>
                <a:cs typeface="Arial"/>
              </a:rPr>
              <a:t>PROCESS FLOW</a:t>
            </a:r>
          </a:p>
        </p:txBody>
      </p:sp>
      <p:sp>
        <p:nvSpPr>
          <p:cNvPr id="46" name="Shape 44"/>
          <p:cNvSpPr/>
          <p:nvPr/>
        </p:nvSpPr>
        <p:spPr>
          <a:xfrm>
            <a:off x="88900" y="1384300"/>
            <a:ext cx="1524000" cy="200660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8900" y="1384300"/>
            <a:ext cx="1524000" cy="20066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Single front door —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requests one system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with linked documents</a:t>
            </a:r>
          </a:p>
        </p:txBody>
      </p:sp>
      <p:sp>
        <p:nvSpPr>
          <p:cNvPr id="48" name="Shape 46"/>
          <p:cNvSpPr/>
          <p:nvPr/>
        </p:nvSpPr>
        <p:spPr>
          <a:xfrm>
            <a:off x="1841500" y="1384300"/>
            <a:ext cx="1524000" cy="200660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1841500" y="1384300"/>
            <a:ext cx="1524000" cy="20066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surfaces work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ranked by impact,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urgency &amp; capacity</a:t>
            </a:r>
          </a:p>
        </p:txBody>
      </p:sp>
      <p:sp>
        <p:nvSpPr>
          <p:cNvPr id="50" name="Shape 48"/>
          <p:cNvSpPr/>
          <p:nvPr/>
        </p:nvSpPr>
        <p:spPr>
          <a:xfrm>
            <a:off x="3594100" y="1384300"/>
            <a:ext cx="1524000" cy="200660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3594100" y="1384300"/>
            <a:ext cx="1524000" cy="20066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Unified observability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— monitoring of monitors;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service-centric health</a:t>
            </a:r>
          </a:p>
        </p:txBody>
      </p:sp>
      <p:sp>
        <p:nvSpPr>
          <p:cNvPr id="52" name="Shape 50"/>
          <p:cNvSpPr/>
          <p:nvPr/>
        </p:nvSpPr>
        <p:spPr>
          <a:xfrm>
            <a:off x="5346700" y="1384300"/>
            <a:ext cx="1524000" cy="200660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5346700" y="1384300"/>
            <a:ext cx="1524000" cy="20066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Incident triage agent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pulls observability,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CMDB &amp; change history</a:t>
            </a:r>
          </a:p>
        </p:txBody>
      </p:sp>
      <p:sp>
        <p:nvSpPr>
          <p:cNvPr id="54" name="Shape 52"/>
          <p:cNvSpPr/>
          <p:nvPr/>
        </p:nvSpPr>
        <p:spPr>
          <a:xfrm>
            <a:off x="7099300" y="1384300"/>
            <a:ext cx="1524000" cy="200660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7099300" y="1384300"/>
            <a:ext cx="1524000" cy="20066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Paved-path pipelines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all teams; policy-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as-code at commit</a:t>
            </a:r>
          </a:p>
        </p:txBody>
      </p:sp>
      <p:sp>
        <p:nvSpPr>
          <p:cNvPr id="56" name="Shape 54"/>
          <p:cNvSpPr/>
          <p:nvPr/>
        </p:nvSpPr>
        <p:spPr>
          <a:xfrm>
            <a:off x="8851900" y="1384300"/>
            <a:ext cx="1524000" cy="200660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8851900" y="1384300"/>
            <a:ext cx="1524000" cy="20066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AARs, RCAs &amp; Problem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Records auto-generated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by incident agents</a:t>
            </a:r>
          </a:p>
        </p:txBody>
      </p:sp>
      <p:sp>
        <p:nvSpPr>
          <p:cNvPr id="58" name="Shape 56"/>
          <p:cNvSpPr/>
          <p:nvPr/>
        </p:nvSpPr>
        <p:spPr>
          <a:xfrm>
            <a:off x="10604500" y="1384300"/>
            <a:ext cx="1524000" cy="2006600"/>
          </a:xfrm>
          <a:prstGeom prst="roundRect">
            <a:avLst>
              <a:gd name="adj" fmla="val 4008"/>
            </a:avLst>
          </a:prstGeom>
          <a:solidFill>
            <a:srgbClr val="D6E8F7"/>
          </a:solidFill>
          <a:ln w="10160">
            <a:solidFill>
              <a:srgbClr val="559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10604500" y="1384300"/>
            <a:ext cx="1524000" cy="20066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incident feeds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 closed loop: signal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→ runbook → backlog</a:t>
            </a:r>
          </a:p>
        </p:txBody>
      </p:sp>
      <p:sp>
        <p:nvSpPr>
          <p:cNvPr id="60" name="Shape 58"/>
          <p:cNvSpPr/>
          <p:nvPr/>
        </p:nvSpPr>
        <p:spPr>
          <a:xfrm>
            <a:off x="16383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33909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51435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68961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86487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10401300" y="2387600"/>
            <a:ext cx="177800" cy="0"/>
          </a:xfrm>
          <a:prstGeom prst="line">
            <a:avLst/>
          </a:prstGeom>
          <a:noFill/>
          <a:ln w="19050">
            <a:solidFill>
              <a:srgbClr val="3A7CC1"/>
            </a:solidFill>
            <a:prstDash val="solid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63500" y="3568700"/>
            <a:ext cx="12065000" cy="2159000"/>
          </a:xfrm>
          <a:prstGeom prst="rect">
            <a:avLst/>
          </a:prstGeom>
          <a:solidFill>
            <a:srgbClr val="F0FCF1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63500" y="3568700"/>
            <a:ext cx="12065000" cy="254000"/>
          </a:xfrm>
          <a:prstGeom prst="rect">
            <a:avLst/>
          </a:prstGeom>
          <a:solidFill>
            <a:srgbClr val="A8D8A8"/>
          </a:solidFill>
          <a:ln w="5080">
            <a:solidFill>
              <a:srgbClr val="BBBBB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88900" y="3568700"/>
            <a:ext cx="12014200" cy="25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A4A1A"/>
                </a:solidFill>
                <a:latin typeface="Arial"/>
                <a:ea typeface="Arial"/>
                <a:cs typeface="Arial"/>
              </a:rPr>
              <a:t>✓  WIN — Outcome unlocked at each phase</a:t>
            </a:r>
          </a:p>
        </p:txBody>
      </p:sp>
      <p:sp>
        <p:nvSpPr>
          <p:cNvPr id="69" name="Shape 67"/>
          <p:cNvSpPr/>
          <p:nvPr/>
        </p:nvSpPr>
        <p:spPr>
          <a:xfrm>
            <a:off x="88900" y="3898900"/>
            <a:ext cx="1524000" cy="1739900"/>
          </a:xfrm>
          <a:prstGeom prst="roundRect">
            <a:avLst>
              <a:gd name="adj" fmla="val 4008"/>
            </a:avLst>
          </a:prstGeom>
          <a:solidFill>
            <a:srgbClr val="C8EDCA"/>
          </a:solidFill>
          <a:ln w="10160">
            <a:solidFill>
              <a:srgbClr val="3A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88900" y="3898900"/>
            <a:ext cx="1524000" cy="17399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Single front door;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auto-routing;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fragmented intake</a:t>
            </a:r>
          </a:p>
        </p:txBody>
      </p:sp>
      <p:sp>
        <p:nvSpPr>
          <p:cNvPr id="71" name="Shape 69"/>
          <p:cNvSpPr/>
          <p:nvPr/>
        </p:nvSpPr>
        <p:spPr>
          <a:xfrm>
            <a:off x="1841500" y="3898900"/>
            <a:ext cx="1524000" cy="1739900"/>
          </a:xfrm>
          <a:prstGeom prst="roundRect">
            <a:avLst>
              <a:gd name="adj" fmla="val 4008"/>
            </a:avLst>
          </a:prstGeom>
          <a:solidFill>
            <a:srgbClr val="C8EDCA"/>
          </a:solidFill>
          <a:ln w="10160">
            <a:solidFill>
              <a:srgbClr val="3A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/>
          <p:nvPr/>
        </p:nvSpPr>
        <p:spPr>
          <a:xfrm>
            <a:off x="1841500" y="3898900"/>
            <a:ext cx="1524000" cy="17399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AAR-driven backlog;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COE owns triage;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agent-ranked priorities</a:t>
            </a:r>
          </a:p>
        </p:txBody>
      </p:sp>
      <p:sp>
        <p:nvSpPr>
          <p:cNvPr id="73" name="Shape 71"/>
          <p:cNvSpPr/>
          <p:nvPr/>
        </p:nvSpPr>
        <p:spPr>
          <a:xfrm>
            <a:off x="3594100" y="3898900"/>
            <a:ext cx="1524000" cy="1739900"/>
          </a:xfrm>
          <a:prstGeom prst="roundRect">
            <a:avLst>
              <a:gd name="adj" fmla="val 4008"/>
            </a:avLst>
          </a:prstGeom>
          <a:solidFill>
            <a:srgbClr val="C8EDCA"/>
          </a:solidFill>
          <a:ln w="10160">
            <a:solidFill>
              <a:srgbClr val="3A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/>
          <p:nvPr/>
        </p:nvSpPr>
        <p:spPr>
          <a:xfrm>
            <a:off x="3594100" y="3898900"/>
            <a:ext cx="1524000" cy="17399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Low/no-touch ops;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AIOps shows what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is broken &amp; where</a:t>
            </a:r>
          </a:p>
        </p:txBody>
      </p:sp>
      <p:sp>
        <p:nvSpPr>
          <p:cNvPr id="75" name="Shape 73"/>
          <p:cNvSpPr/>
          <p:nvPr/>
        </p:nvSpPr>
        <p:spPr>
          <a:xfrm>
            <a:off x="5346700" y="3898900"/>
            <a:ext cx="1524000" cy="1739900"/>
          </a:xfrm>
          <a:prstGeom prst="roundRect">
            <a:avLst>
              <a:gd name="adj" fmla="val 4008"/>
            </a:avLst>
          </a:prstGeom>
          <a:solidFill>
            <a:srgbClr val="C8EDCA"/>
          </a:solidFill>
          <a:ln w="10160">
            <a:solidFill>
              <a:srgbClr val="3A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/>
          <p:nvPr/>
        </p:nvSpPr>
        <p:spPr>
          <a:xfrm>
            <a:off x="5346700" y="3898900"/>
            <a:ext cx="1524000" cy="17399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Instant context;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callable runbooks;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CMDB-backed tracing</a:t>
            </a:r>
          </a:p>
        </p:txBody>
      </p:sp>
      <p:sp>
        <p:nvSpPr>
          <p:cNvPr id="77" name="Shape 75"/>
          <p:cNvSpPr/>
          <p:nvPr/>
        </p:nvSpPr>
        <p:spPr>
          <a:xfrm>
            <a:off x="7099300" y="3898900"/>
            <a:ext cx="1524000" cy="1739900"/>
          </a:xfrm>
          <a:prstGeom prst="roundRect">
            <a:avLst>
              <a:gd name="adj" fmla="val 4008"/>
            </a:avLst>
          </a:prstGeom>
          <a:solidFill>
            <a:srgbClr val="C8EDCA"/>
          </a:solidFill>
          <a:ln w="10160">
            <a:solidFill>
              <a:srgbClr val="3A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/>
          <p:nvPr/>
        </p:nvSpPr>
        <p:spPr>
          <a:xfrm>
            <a:off x="7099300" y="3898900"/>
            <a:ext cx="1524000" cy="17399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Paved-path CICD;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policy-as-code;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Terraform standard</a:t>
            </a:r>
          </a:p>
        </p:txBody>
      </p:sp>
      <p:sp>
        <p:nvSpPr>
          <p:cNvPr id="79" name="Shape 77"/>
          <p:cNvSpPr/>
          <p:nvPr/>
        </p:nvSpPr>
        <p:spPr>
          <a:xfrm>
            <a:off x="8851900" y="3898900"/>
            <a:ext cx="1524000" cy="1739900"/>
          </a:xfrm>
          <a:prstGeom prst="roundRect">
            <a:avLst>
              <a:gd name="adj" fmla="val 4008"/>
            </a:avLst>
          </a:prstGeom>
          <a:solidFill>
            <a:srgbClr val="C8EDCA"/>
          </a:solidFill>
          <a:ln w="10160">
            <a:solidFill>
              <a:srgbClr val="3A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8851900" y="3898900"/>
            <a:ext cx="1524000" cy="17399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Auto-generated docs;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reasoning receipts;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zero manual AARs</a:t>
            </a:r>
          </a:p>
        </p:txBody>
      </p:sp>
      <p:sp>
        <p:nvSpPr>
          <p:cNvPr id="81" name="Shape 79"/>
          <p:cNvSpPr/>
          <p:nvPr/>
        </p:nvSpPr>
        <p:spPr>
          <a:xfrm>
            <a:off x="10604500" y="3898900"/>
            <a:ext cx="1524000" cy="1739900"/>
          </a:xfrm>
          <a:prstGeom prst="roundRect">
            <a:avLst>
              <a:gd name="adj" fmla="val 4008"/>
            </a:avLst>
          </a:prstGeom>
          <a:solidFill>
            <a:srgbClr val="C8EDCA"/>
          </a:solidFill>
          <a:ln w="10160">
            <a:solidFill>
              <a:srgbClr val="3A9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/>
          <p:nvPr/>
        </p:nvSpPr>
        <p:spPr>
          <a:xfrm>
            <a:off x="10604500" y="3898900"/>
            <a:ext cx="1524000" cy="1739900"/>
          </a:xfrm>
          <a:prstGeom prst="rect">
            <a:avLst/>
          </a:prstGeom>
          <a:noFill/>
          <a:ln/>
        </p:spPr>
        <p:txBody>
          <a:bodyPr wrap="square" lIns="36000" tIns="18000" rIns="36000" bIns="1800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Closed feedback loop;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live KPIs; AARs drive</a:t>
            </a:r>
          </a:p>
          <a:p>
            <a:pPr marL="0" indent="0" algn="ctr">
              <a:buNone/>
            </a:pPr>
            <a:r>
              <a:rPr lang="en-US"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automation backlog</a:t>
            </a:r>
          </a:p>
        </p:txBody>
      </p:sp>
      <p:sp>
        <p:nvSpPr>
          <p:cNvPr id="83" name="Shape 81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/>
          <p:nvPr/>
        </p:nvSpPr>
        <p:spPr>
          <a:xfrm>
            <a:off x="274320" y="6638544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Thinking — Agentic AI Workshop  |  Cloud &amp; Connectivity  |  March 12, 2026</a:t>
            </a:r>
          </a:p>
        </p:txBody>
      </p:sp>
    </p:spTree>
    <p:extLst>
      <p:ext uri="{BB962C8B-B14F-4D97-AF65-F5344CB8AC3E}">
        <p14:creationId xmlns:p14="http://schemas.microsoft.com/office/powerpoint/2010/main" val="1498224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511207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1251B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6304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</a:t>
            </a:r>
            <a:endParaRPr lang="en-US" sz="700"/>
          </a:p>
          <a:p>
            <a:pPr marL="0" indent="0">
              <a:buNone/>
            </a:pPr>
            <a:r>
              <a:rPr lang="en-US" sz="700" b="1" kern="0" spc="15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MAP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146304" y="5669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&amp;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Connectivity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130629" y="11211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experience — warts and all. Every row reflects what the team is actually doing, thinking, and feeling today.</a:t>
            </a:r>
            <a:endParaRPr lang="en-US" sz="700"/>
          </a:p>
        </p:txBody>
      </p:sp>
      <p:sp>
        <p:nvSpPr>
          <p:cNvPr id="7" name="Shape 5"/>
          <p:cNvSpPr/>
          <p:nvPr/>
        </p:nvSpPr>
        <p:spPr>
          <a:xfrm>
            <a:off x="91440" y="987552"/>
            <a:ext cx="54864" cy="1965046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1537765"/>
            <a:ext cx="1316736" cy="707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82880" y="2245181"/>
            <a:ext cx="1316736" cy="471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91440" y="2952598"/>
            <a:ext cx="54864" cy="1403604"/>
          </a:xfrm>
          <a:prstGeom prst="rect">
            <a:avLst/>
          </a:prstGeom>
          <a:solidFill>
            <a:srgbClr val="555566"/>
          </a:solidFill>
          <a:ln w="12700">
            <a:solidFill>
              <a:srgbClr val="5555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3345607"/>
            <a:ext cx="1316736" cy="505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82880" y="3850904"/>
            <a:ext cx="1316736" cy="336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91440" y="4356202"/>
            <a:ext cx="54864" cy="1235354"/>
          </a:xfrm>
          <a:prstGeom prst="rect">
            <a:avLst/>
          </a:prstGeom>
          <a:solidFill>
            <a:srgbClr val="884422"/>
          </a:solidFill>
          <a:ln w="12700">
            <a:solidFill>
              <a:srgbClr val="8844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4702101"/>
            <a:ext cx="1316736" cy="444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82880" y="5146828"/>
            <a:ext cx="1316736" cy="296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91440" y="5591556"/>
            <a:ext cx="54864" cy="1010412"/>
          </a:xfrm>
          <a:prstGeom prst="rect">
            <a:avLst/>
          </a:prstGeom>
          <a:solidFill>
            <a:srgbClr val="993333"/>
          </a:solidFill>
          <a:ln w="12700">
            <a:solidFill>
              <a:srgbClr val="99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" y="5874471"/>
            <a:ext cx="1316736" cy="363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PAIN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182880" y="6238220"/>
            <a:ext cx="1316736" cy="242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1572768" y="0"/>
            <a:ext cx="10616184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00784" y="5486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Output:  As-Is Scenario Map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9902952" y="640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Eli Lilly and Company</a:t>
            </a:r>
            <a:endParaRPr lang="en-US" sz="700"/>
          </a:p>
        </p:txBody>
      </p:sp>
      <p:sp>
        <p:nvSpPr>
          <p:cNvPr id="22" name="Shape 20"/>
          <p:cNvSpPr/>
          <p:nvPr/>
        </p:nvSpPr>
        <p:spPr>
          <a:xfrm>
            <a:off x="1572768" y="365760"/>
            <a:ext cx="10543032" cy="621792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84110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84110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1618488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750"/>
          </a:p>
        </p:txBody>
      </p:sp>
      <p:sp>
        <p:nvSpPr>
          <p:cNvPr id="26" name="Shape 24"/>
          <p:cNvSpPr/>
          <p:nvPr/>
        </p:nvSpPr>
        <p:spPr>
          <a:xfrm>
            <a:off x="3078915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90257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90257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3124635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750"/>
          </a:p>
        </p:txBody>
      </p:sp>
      <p:sp>
        <p:nvSpPr>
          <p:cNvPr id="30" name="Shape 28"/>
          <p:cNvSpPr/>
          <p:nvPr/>
        </p:nvSpPr>
        <p:spPr>
          <a:xfrm>
            <a:off x="4585063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196405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96405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630783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750"/>
          </a:p>
        </p:txBody>
      </p:sp>
      <p:sp>
        <p:nvSpPr>
          <p:cNvPr id="34" name="Shape 32"/>
          <p:cNvSpPr/>
          <p:nvPr/>
        </p:nvSpPr>
        <p:spPr>
          <a:xfrm>
            <a:off x="6091210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02552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02552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6136930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Diagnosis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7597358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08699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08699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7643078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Change</a:t>
            </a:r>
            <a:endParaRPr lang="en-US" sz="750"/>
          </a:p>
        </p:txBody>
      </p:sp>
      <p:sp>
        <p:nvSpPr>
          <p:cNvPr id="42" name="Shape 40"/>
          <p:cNvSpPr/>
          <p:nvPr/>
        </p:nvSpPr>
        <p:spPr>
          <a:xfrm>
            <a:off x="9103505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714847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14847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9149225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Compliance</a:t>
            </a:r>
            <a:endParaRPr lang="en-US" sz="750"/>
          </a:p>
        </p:txBody>
      </p:sp>
      <p:sp>
        <p:nvSpPr>
          <p:cNvPr id="46" name="Shape 44"/>
          <p:cNvSpPr/>
          <p:nvPr/>
        </p:nvSpPr>
        <p:spPr>
          <a:xfrm>
            <a:off x="10609653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1220994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1220994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10655373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Learning</a:t>
            </a:r>
            <a:endParaRPr lang="en-US" sz="750"/>
          </a:p>
        </p:txBody>
      </p:sp>
      <p:sp>
        <p:nvSpPr>
          <p:cNvPr id="50" name="Shape 48"/>
          <p:cNvSpPr/>
          <p:nvPr/>
        </p:nvSpPr>
        <p:spPr>
          <a:xfrm>
            <a:off x="1572768" y="987552"/>
            <a:ext cx="10543032" cy="1965046"/>
          </a:xfrm>
          <a:prstGeom prst="rect">
            <a:avLst/>
          </a:prstGeom>
          <a:solidFill>
            <a:srgbClr val="F0F6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572768" y="2952598"/>
            <a:ext cx="10543032" cy="1403604"/>
          </a:xfrm>
          <a:prstGeom prst="rect">
            <a:avLst/>
          </a:prstGeom>
          <a:solidFill>
            <a:srgbClr val="F6F7FC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572768" y="4356202"/>
            <a:ext cx="10543032" cy="1235354"/>
          </a:xfrm>
          <a:prstGeom prst="rect">
            <a:avLst/>
          </a:prstGeom>
          <a:solidFill>
            <a:srgbClr val="FEF5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572768" y="5591556"/>
            <a:ext cx="10543032" cy="1010412"/>
          </a:xfrm>
          <a:prstGeom prst="rect">
            <a:avLst/>
          </a:prstGeom>
          <a:solidFill>
            <a:srgbClr val="FEF0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E1251B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4320" y="6638544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— Agentic AI Workshop  |  Cloud &amp; Connectivity  |  March 12, 2026</a:t>
            </a:r>
            <a:endParaRPr lang="en-US" sz="700"/>
          </a:p>
        </p:txBody>
      </p:sp>
      <p:sp>
        <p:nvSpPr>
          <p:cNvPr id="56" name="Shape 54"/>
          <p:cNvSpPr/>
          <p:nvPr/>
        </p:nvSpPr>
        <p:spPr>
          <a:xfrm>
            <a:off x="1636776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6E8F7"/>
          </a:solidFill>
          <a:ln w="9525">
            <a:solidFill>
              <a:srgbClr val="8A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36776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arrive via email, SharePoint, ServiceNow, Jira —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system of record</a:t>
            </a:r>
            <a:endParaRPr lang="en-US" sz="850"/>
          </a:p>
        </p:txBody>
      </p:sp>
      <p:sp>
        <p:nvSpPr>
          <p:cNvPr id="58" name="Shape 56"/>
          <p:cNvSpPr/>
          <p:nvPr/>
        </p:nvSpPr>
        <p:spPr>
          <a:xfrm>
            <a:off x="3142923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6E8F7"/>
          </a:solidFill>
          <a:ln w="9525">
            <a:solidFill>
              <a:srgbClr val="8A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142923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 &amp; sort backlog across multiple tools —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framework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4649071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6E8F7"/>
          </a:solidFill>
          <a:ln w="9525">
            <a:solidFill>
              <a:srgbClr val="8A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649071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siloed across tools — alerts fire on components,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service health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6155218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6E8F7"/>
          </a:solidFill>
          <a:ln w="9525">
            <a:solidFill>
              <a:srgbClr val="8A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155218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trace dependencies;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often inaccurate;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tools</a:t>
            </a:r>
            <a:endParaRPr lang="en-US" sz="850"/>
          </a:p>
        </p:txBody>
      </p:sp>
      <p:sp>
        <p:nvSpPr>
          <p:cNvPr id="64" name="Shape 62"/>
          <p:cNvSpPr/>
          <p:nvPr/>
        </p:nvSpPr>
        <p:spPr>
          <a:xfrm>
            <a:off x="7661366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6E8F7"/>
          </a:solidFill>
          <a:ln w="9525">
            <a:solidFill>
              <a:srgbClr val="8A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661366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bespoke GitHub Actions — no paved paths;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click-ops for config post-deploy</a:t>
            </a:r>
            <a:endParaRPr lang="en-US" sz="850"/>
          </a:p>
        </p:txBody>
      </p:sp>
      <p:sp>
        <p:nvSpPr>
          <p:cNvPr id="66" name="Shape 64"/>
          <p:cNvSpPr/>
          <p:nvPr/>
        </p:nvSpPr>
        <p:spPr>
          <a:xfrm>
            <a:off x="9167513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6E8F7"/>
          </a:solidFill>
          <a:ln w="9525">
            <a:solidFill>
              <a:srgbClr val="8A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167513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write AARs, RCAs, Problem Records &amp;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reports after incidents</a:t>
            </a:r>
            <a:endParaRPr lang="en-US" sz="850"/>
          </a:p>
        </p:txBody>
      </p:sp>
      <p:sp>
        <p:nvSpPr>
          <p:cNvPr id="68" name="Shape 66"/>
          <p:cNvSpPr/>
          <p:nvPr/>
        </p:nvSpPr>
        <p:spPr>
          <a:xfrm>
            <a:off x="10673661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6E8F7"/>
          </a:solidFill>
          <a:ln w="9525">
            <a:solidFill>
              <a:srgbClr val="8A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0673661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compliance compiled from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separate tools quarterly;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summaries manual</a:t>
            </a:r>
            <a:endParaRPr lang="en-US" sz="850"/>
          </a:p>
        </p:txBody>
      </p:sp>
      <p:sp>
        <p:nvSpPr>
          <p:cNvPr id="70" name="Shape 68"/>
          <p:cNvSpPr/>
          <p:nvPr/>
        </p:nvSpPr>
        <p:spPr>
          <a:xfrm>
            <a:off x="3014907" y="1812871"/>
            <a:ext cx="128016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521055" y="1812871"/>
            <a:ext cx="128016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027202" y="1812871"/>
            <a:ext cx="128016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533350" y="1812871"/>
            <a:ext cx="128016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039497" y="1812871"/>
            <a:ext cx="128016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545645" y="1812871"/>
            <a:ext cx="128016" cy="0"/>
          </a:xfrm>
          <a:prstGeom prst="line">
            <a:avLst/>
          </a:prstGeom>
          <a:noFill/>
          <a:ln w="19050">
            <a:solidFill>
              <a:srgbClr val="1A5EA8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636776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0F8"/>
          </a:solidFill>
          <a:ln w="9525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636776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is the source of truth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request?</a:t>
            </a:r>
            <a:endParaRPr lang="en-US" sz="850"/>
          </a:p>
        </p:txBody>
      </p:sp>
      <p:sp>
        <p:nvSpPr>
          <p:cNvPr id="78" name="Shape 76"/>
          <p:cNvSpPr/>
          <p:nvPr/>
        </p:nvSpPr>
        <p:spPr>
          <a:xfrm>
            <a:off x="3142923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0F8"/>
          </a:solidFill>
          <a:ln w="9525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142923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feels urgent —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choose?</a:t>
            </a:r>
            <a:endParaRPr lang="en-US" sz="850"/>
          </a:p>
        </p:txBody>
      </p:sp>
      <p:sp>
        <p:nvSpPr>
          <p:cNvPr id="80" name="Shape 78"/>
          <p:cNvSpPr/>
          <p:nvPr/>
        </p:nvSpPr>
        <p:spPr>
          <a:xfrm>
            <a:off x="4649071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0F8"/>
          </a:solidFill>
          <a:ln w="9525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649071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real issue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just alert noise?</a:t>
            </a:r>
            <a:endParaRPr lang="en-US" sz="850"/>
          </a:p>
        </p:txBody>
      </p:sp>
      <p:sp>
        <p:nvSpPr>
          <p:cNvPr id="82" name="Shape 80"/>
          <p:cNvSpPr/>
          <p:nvPr/>
        </p:nvSpPr>
        <p:spPr>
          <a:xfrm>
            <a:off x="6155218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0F8"/>
          </a:solidFill>
          <a:ln w="9525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155218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recently? Is this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to a deployment?</a:t>
            </a:r>
            <a:endParaRPr lang="en-US" sz="850"/>
          </a:p>
        </p:txBody>
      </p:sp>
      <p:sp>
        <p:nvSpPr>
          <p:cNvPr id="84" name="Shape 82"/>
          <p:cNvSpPr/>
          <p:nvPr/>
        </p:nvSpPr>
        <p:spPr>
          <a:xfrm>
            <a:off x="7661366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0F8"/>
          </a:solidFill>
          <a:ln w="9525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7661366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hope this change doesn't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something downstream</a:t>
            </a:r>
            <a:endParaRPr lang="en-US" sz="850"/>
          </a:p>
        </p:txBody>
      </p:sp>
      <p:sp>
        <p:nvSpPr>
          <p:cNvPr id="86" name="Shape 84"/>
          <p:cNvSpPr/>
          <p:nvPr/>
        </p:nvSpPr>
        <p:spPr>
          <a:xfrm>
            <a:off x="9167513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0F8"/>
          </a:solidFill>
          <a:ln w="9525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167513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just fixed the incident — now I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 write all the docs?</a:t>
            </a:r>
            <a:endParaRPr lang="en-US" sz="850"/>
          </a:p>
        </p:txBody>
      </p:sp>
      <p:sp>
        <p:nvSpPr>
          <p:cNvPr id="88" name="Shape 86"/>
          <p:cNvSpPr/>
          <p:nvPr/>
        </p:nvSpPr>
        <p:spPr>
          <a:xfrm>
            <a:off x="10673661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0F8"/>
          </a:solidFill>
          <a:ln w="9525">
            <a:solidFill>
              <a:srgbClr val="AAA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0673661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problems every quarter —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time to actually fix them</a:t>
            </a:r>
            <a:endParaRPr lang="en-US" sz="850"/>
          </a:p>
        </p:txBody>
      </p:sp>
      <p:sp>
        <p:nvSpPr>
          <p:cNvPr id="90" name="Shape 88"/>
          <p:cNvSpPr/>
          <p:nvPr/>
        </p:nvSpPr>
        <p:spPr>
          <a:xfrm>
            <a:off x="1636776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FDE8DC"/>
          </a:solidFill>
          <a:ln w="9525">
            <a:solidFill>
              <a:srgbClr val="CCA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636776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&amp;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</a:t>
            </a:r>
            <a:endParaRPr lang="en-US" sz="820"/>
          </a:p>
        </p:txBody>
      </p:sp>
      <p:sp>
        <p:nvSpPr>
          <p:cNvPr id="92" name="Shape 90"/>
          <p:cNvSpPr/>
          <p:nvPr/>
        </p:nvSpPr>
        <p:spPr>
          <a:xfrm>
            <a:off x="3142923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FDE8DC"/>
          </a:solidFill>
          <a:ln w="9525">
            <a:solidFill>
              <a:srgbClr val="CCA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142923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Pressured — pulled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directions</a:t>
            </a:r>
            <a:endParaRPr lang="en-US" sz="820"/>
          </a:p>
        </p:txBody>
      </p:sp>
      <p:sp>
        <p:nvSpPr>
          <p:cNvPr id="94" name="Shape 92"/>
          <p:cNvSpPr/>
          <p:nvPr/>
        </p:nvSpPr>
        <p:spPr>
          <a:xfrm>
            <a:off x="4649071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FDE8DC"/>
          </a:solidFill>
          <a:ln w="9525">
            <a:solidFill>
              <a:srgbClr val="CCA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649071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— hard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what's real</a:t>
            </a:r>
            <a:endParaRPr lang="en-US" sz="820"/>
          </a:p>
        </p:txBody>
      </p:sp>
      <p:sp>
        <p:nvSpPr>
          <p:cNvPr id="96" name="Shape 94"/>
          <p:cNvSpPr/>
          <p:nvPr/>
        </p:nvSpPr>
        <p:spPr>
          <a:xfrm>
            <a:off x="6155218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FDE8DC"/>
          </a:solidFill>
          <a:ln w="9525">
            <a:solidFill>
              <a:srgbClr val="CCA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155218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by manual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 across tools</a:t>
            </a:r>
            <a:endParaRPr lang="en-US" sz="820"/>
          </a:p>
        </p:txBody>
      </p:sp>
      <p:sp>
        <p:nvSpPr>
          <p:cNvPr id="98" name="Shape 96"/>
          <p:cNvSpPr/>
          <p:nvPr/>
        </p:nvSpPr>
        <p:spPr>
          <a:xfrm>
            <a:off x="7661366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FDE8DC"/>
          </a:solidFill>
          <a:ln w="9525">
            <a:solidFill>
              <a:srgbClr val="CCA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661366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— changes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risky without testing</a:t>
            </a:r>
            <a:endParaRPr lang="en-US" sz="820"/>
          </a:p>
        </p:txBody>
      </p:sp>
      <p:sp>
        <p:nvSpPr>
          <p:cNvPr id="100" name="Shape 98"/>
          <p:cNvSpPr/>
          <p:nvPr/>
        </p:nvSpPr>
        <p:spPr>
          <a:xfrm>
            <a:off x="9167513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FDE8DC"/>
          </a:solidFill>
          <a:ln w="9525">
            <a:solidFill>
              <a:srgbClr val="CCA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9167513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 — docs burden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stressful incidents</a:t>
            </a:r>
            <a:endParaRPr lang="en-US" sz="820"/>
          </a:p>
        </p:txBody>
      </p:sp>
      <p:sp>
        <p:nvSpPr>
          <p:cNvPr id="102" name="Shape 100"/>
          <p:cNvSpPr/>
          <p:nvPr/>
        </p:nvSpPr>
        <p:spPr>
          <a:xfrm>
            <a:off x="10673661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FDE8DC"/>
          </a:solidFill>
          <a:ln w="9525">
            <a:solidFill>
              <a:srgbClr val="CCAA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0673661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Defeated — surface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but can't act on it</a:t>
            </a:r>
            <a:endParaRPr lang="en-US" sz="820"/>
          </a:p>
        </p:txBody>
      </p:sp>
      <p:sp>
        <p:nvSpPr>
          <p:cNvPr id="104" name="Shape 102"/>
          <p:cNvSpPr/>
          <p:nvPr/>
        </p:nvSpPr>
        <p:spPr>
          <a:xfrm>
            <a:off x="1636776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F7D0D0"/>
          </a:solidFill>
          <a:ln w="9525">
            <a:solidFill>
              <a:srgbClr val="CC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1636776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intake: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SharePoint +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+ Jira</a:t>
            </a:r>
            <a:endParaRPr lang="en-US" sz="780"/>
          </a:p>
        </p:txBody>
      </p:sp>
      <p:sp>
        <p:nvSpPr>
          <p:cNvPr id="106" name="Shape 104"/>
          <p:cNvSpPr/>
          <p:nvPr/>
        </p:nvSpPr>
        <p:spPr>
          <a:xfrm>
            <a:off x="3142923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F7D0D0"/>
          </a:solidFill>
          <a:ln w="9525">
            <a:solidFill>
              <a:srgbClr val="CC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3142923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high priority;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backlogs grow faster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they are cleared</a:t>
            </a:r>
            <a:endParaRPr lang="en-US" sz="780"/>
          </a:p>
        </p:txBody>
      </p:sp>
      <p:sp>
        <p:nvSpPr>
          <p:cNvPr id="108" name="Shape 106"/>
          <p:cNvSpPr/>
          <p:nvPr/>
        </p:nvSpPr>
        <p:spPr>
          <a:xfrm>
            <a:off x="4649071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F7D0D0"/>
          </a:solidFill>
          <a:ln w="9525">
            <a:solidFill>
              <a:srgbClr val="CC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649071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tools; manual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correlation; no service-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centric health state</a:t>
            </a:r>
            <a:endParaRPr lang="en-US" sz="780"/>
          </a:p>
        </p:txBody>
      </p:sp>
      <p:sp>
        <p:nvSpPr>
          <p:cNvPr id="110" name="Shape 108"/>
          <p:cNvSpPr/>
          <p:nvPr/>
        </p:nvSpPr>
        <p:spPr>
          <a:xfrm>
            <a:off x="6155218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F7D0D0"/>
          </a:solidFill>
          <a:ln w="9525">
            <a:solidFill>
              <a:srgbClr val="CC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6155218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runbooks;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CMDB</a:t>
            </a:r>
            <a:endParaRPr lang="en-US" sz="780"/>
          </a:p>
        </p:txBody>
      </p:sp>
      <p:sp>
        <p:nvSpPr>
          <p:cNvPr id="112" name="Shape 110"/>
          <p:cNvSpPr/>
          <p:nvPr/>
        </p:nvSpPr>
        <p:spPr>
          <a:xfrm>
            <a:off x="7661366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F7D0D0"/>
          </a:solidFill>
          <a:ln w="9525">
            <a:solidFill>
              <a:srgbClr val="CC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661366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paved paths;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automation;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Cyber approvals</a:t>
            </a:r>
            <a:endParaRPr lang="en-US" sz="780"/>
          </a:p>
        </p:txBody>
      </p:sp>
      <p:sp>
        <p:nvSpPr>
          <p:cNvPr id="114" name="Shape 112"/>
          <p:cNvSpPr/>
          <p:nvPr/>
        </p:nvSpPr>
        <p:spPr>
          <a:xfrm>
            <a:off x="9167513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F7D0D0"/>
          </a:solidFill>
          <a:ln w="9525">
            <a:solidFill>
              <a:srgbClr val="CC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9167513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post-incident docs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manual; no system linkage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↔ Jira</a:t>
            </a:r>
            <a:endParaRPr lang="en-US" sz="780"/>
          </a:p>
        </p:txBody>
      </p:sp>
      <p:sp>
        <p:nvSpPr>
          <p:cNvPr id="116" name="Shape 114"/>
          <p:cNvSpPr/>
          <p:nvPr/>
        </p:nvSpPr>
        <p:spPr>
          <a:xfrm>
            <a:off x="10673661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F7D0D0"/>
          </a:solidFill>
          <a:ln w="9525">
            <a:solidFill>
              <a:srgbClr val="CC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10673661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generated but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acted on; no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5A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backlog loop</a:t>
            </a:r>
            <a:endParaRPr lang="en-US" sz="780"/>
          </a:p>
        </p:txBody>
      </p:sp>
    </p:spTree>
    <p:extLst>
      <p:ext uri="{BB962C8B-B14F-4D97-AF65-F5344CB8AC3E}">
        <p14:creationId xmlns:p14="http://schemas.microsoft.com/office/powerpoint/2010/main" val="302238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72768" cy="6858000"/>
          </a:xfrm>
          <a:prstGeom prst="rect">
            <a:avLst/>
          </a:prstGeom>
          <a:solidFill>
            <a:srgbClr val="511207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1251B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6304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</a:t>
            </a:r>
            <a:endParaRPr lang="en-US" sz="700"/>
          </a:p>
          <a:p>
            <a:pPr marL="0" indent="0">
              <a:buNone/>
            </a:pPr>
            <a:r>
              <a:rPr lang="en-US" sz="700" b="1" kern="0" spc="15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MAP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146304" y="56692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&amp;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Connectivity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146304" y="117257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desired future state — what Cloud &amp; Connectivity looks like when agentic capabilities are in place.</a:t>
            </a:r>
            <a:endParaRPr lang="en-US" sz="700"/>
          </a:p>
        </p:txBody>
      </p:sp>
      <p:sp>
        <p:nvSpPr>
          <p:cNvPr id="7" name="Shape 5"/>
          <p:cNvSpPr/>
          <p:nvPr/>
        </p:nvSpPr>
        <p:spPr>
          <a:xfrm>
            <a:off x="91440" y="987552"/>
            <a:ext cx="54864" cy="1965046"/>
          </a:xfrm>
          <a:prstGeom prst="rect">
            <a:avLst/>
          </a:prstGeom>
          <a:solidFill>
            <a:srgbClr val="1A5EA8"/>
          </a:solidFill>
          <a:ln w="12700">
            <a:solidFill>
              <a:srgbClr val="1A5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1537765"/>
            <a:ext cx="1316736" cy="707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82880" y="2245181"/>
            <a:ext cx="1316736" cy="4716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91440" y="2952598"/>
            <a:ext cx="54864" cy="1403604"/>
          </a:xfrm>
          <a:prstGeom prst="rect">
            <a:avLst/>
          </a:prstGeom>
          <a:solidFill>
            <a:srgbClr val="555566"/>
          </a:solidFill>
          <a:ln w="12700">
            <a:solidFill>
              <a:srgbClr val="5555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3345607"/>
            <a:ext cx="1316736" cy="505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82880" y="3850904"/>
            <a:ext cx="1316736" cy="336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Mindset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91440" y="4356202"/>
            <a:ext cx="54864" cy="1235354"/>
          </a:xfrm>
          <a:prstGeom prst="rect">
            <a:avLst/>
          </a:prstGeom>
          <a:solidFill>
            <a:srgbClr val="884422"/>
          </a:solidFill>
          <a:ln w="12700">
            <a:solidFill>
              <a:srgbClr val="8844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4702101"/>
            <a:ext cx="1316736" cy="444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82880" y="5146828"/>
            <a:ext cx="1316736" cy="296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91440" y="5591556"/>
            <a:ext cx="54864" cy="1010412"/>
          </a:xfrm>
          <a:prstGeom prst="rect">
            <a:avLst/>
          </a:prstGeom>
          <a:solidFill>
            <a:srgbClr val="1A7A2A"/>
          </a:solidFill>
          <a:ln w="12700">
            <a:solidFill>
              <a:srgbClr val="1A7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" y="5874471"/>
            <a:ext cx="1316736" cy="363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WIN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182880" y="6238220"/>
            <a:ext cx="1316736" cy="242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1572768" y="0"/>
            <a:ext cx="10616184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00784" y="5486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Output:  To-Be Scenario Map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9902952" y="640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Eli Lilly and Company</a:t>
            </a:r>
            <a:endParaRPr lang="en-US" sz="700"/>
          </a:p>
        </p:txBody>
      </p:sp>
      <p:sp>
        <p:nvSpPr>
          <p:cNvPr id="22" name="Shape 20"/>
          <p:cNvSpPr/>
          <p:nvPr/>
        </p:nvSpPr>
        <p:spPr>
          <a:xfrm>
            <a:off x="1572768" y="365760"/>
            <a:ext cx="10543032" cy="621792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184110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84110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1618488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750"/>
          </a:p>
        </p:txBody>
      </p:sp>
      <p:sp>
        <p:nvSpPr>
          <p:cNvPr id="26" name="Shape 24"/>
          <p:cNvSpPr/>
          <p:nvPr/>
        </p:nvSpPr>
        <p:spPr>
          <a:xfrm>
            <a:off x="3078915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90257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90257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3124635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750"/>
          </a:p>
        </p:txBody>
      </p:sp>
      <p:sp>
        <p:nvSpPr>
          <p:cNvPr id="30" name="Shape 28"/>
          <p:cNvSpPr/>
          <p:nvPr/>
        </p:nvSpPr>
        <p:spPr>
          <a:xfrm>
            <a:off x="4585063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196405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96405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630783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750"/>
          </a:p>
        </p:txBody>
      </p:sp>
      <p:sp>
        <p:nvSpPr>
          <p:cNvPr id="34" name="Shape 32"/>
          <p:cNvSpPr/>
          <p:nvPr/>
        </p:nvSpPr>
        <p:spPr>
          <a:xfrm>
            <a:off x="6091210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02552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02552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6136930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Diagnosis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7597358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08699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08699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7643078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Change</a:t>
            </a:r>
            <a:endParaRPr lang="en-US" sz="750"/>
          </a:p>
        </p:txBody>
      </p:sp>
      <p:sp>
        <p:nvSpPr>
          <p:cNvPr id="42" name="Shape 40"/>
          <p:cNvSpPr/>
          <p:nvPr/>
        </p:nvSpPr>
        <p:spPr>
          <a:xfrm>
            <a:off x="9103505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714847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14847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9149225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Compliance</a:t>
            </a:r>
            <a:endParaRPr lang="en-US" sz="750"/>
          </a:p>
        </p:txBody>
      </p:sp>
      <p:sp>
        <p:nvSpPr>
          <p:cNvPr id="46" name="Shape 44"/>
          <p:cNvSpPr/>
          <p:nvPr/>
        </p:nvSpPr>
        <p:spPr>
          <a:xfrm>
            <a:off x="10609653" y="365760"/>
            <a:ext cx="0" cy="623620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1220994" y="429768"/>
            <a:ext cx="274320" cy="2743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1220994" y="429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10655373" y="694944"/>
            <a:ext cx="141470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750"/>
          </a:p>
          <a:p>
            <a:pPr marL="0" indent="0" algn="ctr">
              <a:buNone/>
            </a:pPr>
            <a:r>
              <a:rPr lang="en-US" sz="75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Learning</a:t>
            </a:r>
            <a:endParaRPr lang="en-US" sz="750"/>
          </a:p>
        </p:txBody>
      </p:sp>
      <p:sp>
        <p:nvSpPr>
          <p:cNvPr id="50" name="Shape 48"/>
          <p:cNvSpPr/>
          <p:nvPr/>
        </p:nvSpPr>
        <p:spPr>
          <a:xfrm>
            <a:off x="1572768" y="987552"/>
            <a:ext cx="10543032" cy="1965046"/>
          </a:xfrm>
          <a:prstGeom prst="rect">
            <a:avLst/>
          </a:prstGeom>
          <a:solidFill>
            <a:srgbClr val="F0F6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572768" y="2952598"/>
            <a:ext cx="10543032" cy="1403604"/>
          </a:xfrm>
          <a:prstGeom prst="rect">
            <a:avLst/>
          </a:prstGeom>
          <a:solidFill>
            <a:srgbClr val="F6F7FC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572768" y="4356202"/>
            <a:ext cx="10543032" cy="1235354"/>
          </a:xfrm>
          <a:prstGeom prst="rect">
            <a:avLst/>
          </a:prstGeom>
          <a:solidFill>
            <a:srgbClr val="FEF5F0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572768" y="5591556"/>
            <a:ext cx="10543032" cy="1010412"/>
          </a:xfrm>
          <a:prstGeom prst="rect">
            <a:avLst/>
          </a:prstGeom>
          <a:solidFill>
            <a:srgbClr val="F0FC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E1251B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4320" y="6638544"/>
            <a:ext cx="11640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— Agentic AI Workshop  |  Cloud &amp; Connectivity  |  March 12, 2026</a:t>
            </a:r>
            <a:endParaRPr lang="en-US" sz="700"/>
          </a:p>
        </p:txBody>
      </p:sp>
      <p:sp>
        <p:nvSpPr>
          <p:cNvPr id="56" name="Shape 54"/>
          <p:cNvSpPr/>
          <p:nvPr/>
        </p:nvSpPr>
        <p:spPr>
          <a:xfrm>
            <a:off x="1636776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4EDDA"/>
          </a:solidFill>
          <a:ln w="9525">
            <a:solidFill>
              <a:srgbClr val="5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36776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front door: all requests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one system with linked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&amp; change orders</a:t>
            </a:r>
            <a:endParaRPr lang="en-US" sz="850"/>
          </a:p>
        </p:txBody>
      </p:sp>
      <p:sp>
        <p:nvSpPr>
          <p:cNvPr id="58" name="Shape 56"/>
          <p:cNvSpPr/>
          <p:nvPr/>
        </p:nvSpPr>
        <p:spPr>
          <a:xfrm>
            <a:off x="3142923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4EDDA"/>
          </a:solidFill>
          <a:ln w="9525">
            <a:solidFill>
              <a:srgbClr val="5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142923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surfaces work items ranked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business impact, urgency,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capacity signal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4649071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4EDDA"/>
          </a:solidFill>
          <a:ln w="9525">
            <a:solidFill>
              <a:srgbClr val="5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649071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 — service-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centric health states replace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component alerts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6155218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4EDDA"/>
          </a:solidFill>
          <a:ln w="9525">
            <a:solidFill>
              <a:srgbClr val="5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155218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triage agent pulls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data, CMDB &amp;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history automatically</a:t>
            </a:r>
            <a:endParaRPr lang="en-US" sz="850"/>
          </a:p>
        </p:txBody>
      </p:sp>
      <p:sp>
        <p:nvSpPr>
          <p:cNvPr id="64" name="Shape 62"/>
          <p:cNvSpPr/>
          <p:nvPr/>
        </p:nvSpPr>
        <p:spPr>
          <a:xfrm>
            <a:off x="7661366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4EDDA"/>
          </a:solidFill>
          <a:ln w="9525">
            <a:solidFill>
              <a:srgbClr val="5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661366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Paved-path pipelines used by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teams; policy-as-code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at commit time</a:t>
            </a:r>
            <a:endParaRPr lang="en-US" sz="850"/>
          </a:p>
        </p:txBody>
      </p:sp>
      <p:sp>
        <p:nvSpPr>
          <p:cNvPr id="66" name="Shape 64"/>
          <p:cNvSpPr/>
          <p:nvPr/>
        </p:nvSpPr>
        <p:spPr>
          <a:xfrm>
            <a:off x="9167513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4EDDA"/>
          </a:solidFill>
          <a:ln w="9525">
            <a:solidFill>
              <a:srgbClr val="5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167513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AAR, RCA &amp; Problem Records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by incident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agents</a:t>
            </a:r>
            <a:endParaRPr lang="en-US" sz="850"/>
          </a:p>
        </p:txBody>
      </p:sp>
      <p:sp>
        <p:nvSpPr>
          <p:cNvPr id="68" name="Shape 66"/>
          <p:cNvSpPr/>
          <p:nvPr/>
        </p:nvSpPr>
        <p:spPr>
          <a:xfrm>
            <a:off x="10673661" y="1078992"/>
            <a:ext cx="1378131" cy="1782166"/>
          </a:xfrm>
          <a:prstGeom prst="roundRect">
            <a:avLst>
              <a:gd name="adj" fmla="val 5308"/>
            </a:avLst>
          </a:prstGeom>
          <a:solidFill>
            <a:srgbClr val="D4EDDA"/>
          </a:solidFill>
          <a:ln w="9525">
            <a:solidFill>
              <a:srgbClr val="5A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0673661" y="1078992"/>
            <a:ext cx="1378131" cy="1782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feeds a closed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signal → runbook →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backlog item</a:t>
            </a:r>
            <a:endParaRPr lang="en-US" sz="850"/>
          </a:p>
        </p:txBody>
      </p:sp>
      <p:sp>
        <p:nvSpPr>
          <p:cNvPr id="70" name="Shape 68"/>
          <p:cNvSpPr/>
          <p:nvPr/>
        </p:nvSpPr>
        <p:spPr>
          <a:xfrm>
            <a:off x="3014907" y="1812871"/>
            <a:ext cx="128016" cy="0"/>
          </a:xfrm>
          <a:prstGeom prst="line">
            <a:avLst/>
          </a:prstGeom>
          <a:noFill/>
          <a:ln w="19050">
            <a:solidFill>
              <a:srgbClr val="1A7A2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521055" y="1812871"/>
            <a:ext cx="128016" cy="0"/>
          </a:xfrm>
          <a:prstGeom prst="line">
            <a:avLst/>
          </a:prstGeom>
          <a:noFill/>
          <a:ln w="19050">
            <a:solidFill>
              <a:srgbClr val="1A7A2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027202" y="1812871"/>
            <a:ext cx="128016" cy="0"/>
          </a:xfrm>
          <a:prstGeom prst="line">
            <a:avLst/>
          </a:prstGeom>
          <a:noFill/>
          <a:ln w="19050">
            <a:solidFill>
              <a:srgbClr val="1A7A2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533350" y="1812871"/>
            <a:ext cx="128016" cy="0"/>
          </a:xfrm>
          <a:prstGeom prst="line">
            <a:avLst/>
          </a:prstGeom>
          <a:noFill/>
          <a:ln w="19050">
            <a:solidFill>
              <a:srgbClr val="1A7A2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039497" y="1812871"/>
            <a:ext cx="128016" cy="0"/>
          </a:xfrm>
          <a:prstGeom prst="line">
            <a:avLst/>
          </a:prstGeom>
          <a:noFill/>
          <a:ln w="19050">
            <a:solidFill>
              <a:srgbClr val="1A7A2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545645" y="1812871"/>
            <a:ext cx="128016" cy="0"/>
          </a:xfrm>
          <a:prstGeom prst="line">
            <a:avLst/>
          </a:prstGeom>
          <a:noFill/>
          <a:ln w="19050">
            <a:solidFill>
              <a:srgbClr val="1A7A2A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636776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6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636776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request arrived already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— the agent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intake</a:t>
            </a:r>
            <a:endParaRPr lang="en-US" sz="850"/>
          </a:p>
        </p:txBody>
      </p:sp>
      <p:sp>
        <p:nvSpPr>
          <p:cNvPr id="78" name="Shape 76"/>
          <p:cNvSpPr/>
          <p:nvPr/>
        </p:nvSpPr>
        <p:spPr>
          <a:xfrm>
            <a:off x="3142923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6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142923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see what matters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today and why —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explains the ranking</a:t>
            </a:r>
            <a:endParaRPr lang="en-US" sz="850"/>
          </a:p>
        </p:txBody>
      </p:sp>
      <p:sp>
        <p:nvSpPr>
          <p:cNvPr id="80" name="Shape 78"/>
          <p:cNvSpPr/>
          <p:nvPr/>
        </p:nvSpPr>
        <p:spPr>
          <a:xfrm>
            <a:off x="4649071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6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649071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is service-centric —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already know what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this has</a:t>
            </a:r>
            <a:endParaRPr lang="en-US" sz="850"/>
          </a:p>
        </p:txBody>
      </p:sp>
      <p:sp>
        <p:nvSpPr>
          <p:cNvPr id="82" name="Shape 80"/>
          <p:cNvSpPr/>
          <p:nvPr/>
        </p:nvSpPr>
        <p:spPr>
          <a:xfrm>
            <a:off x="6155218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6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155218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correlated this to a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change — I have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before I start</a:t>
            </a:r>
            <a:endParaRPr lang="en-US" sz="850"/>
          </a:p>
        </p:txBody>
      </p:sp>
      <p:sp>
        <p:nvSpPr>
          <p:cNvPr id="84" name="Shape 82"/>
          <p:cNvSpPr/>
          <p:nvPr/>
        </p:nvSpPr>
        <p:spPr>
          <a:xfrm>
            <a:off x="7661366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6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7661366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has guardrails —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guaranteed,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checked after</a:t>
            </a:r>
            <a:endParaRPr lang="en-US" sz="850"/>
          </a:p>
        </p:txBody>
      </p:sp>
      <p:sp>
        <p:nvSpPr>
          <p:cNvPr id="86" name="Shape 84"/>
          <p:cNvSpPr/>
          <p:nvPr/>
        </p:nvSpPr>
        <p:spPr>
          <a:xfrm>
            <a:off x="9167513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6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167513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wrote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itself from the incident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I reviewed &amp; approved</a:t>
            </a:r>
            <a:endParaRPr lang="en-US" sz="850"/>
          </a:p>
        </p:txBody>
      </p:sp>
      <p:sp>
        <p:nvSpPr>
          <p:cNvPr id="88" name="Shape 86"/>
          <p:cNvSpPr/>
          <p:nvPr/>
        </p:nvSpPr>
        <p:spPr>
          <a:xfrm>
            <a:off x="10673661" y="3044038"/>
            <a:ext cx="1378131" cy="1220724"/>
          </a:xfrm>
          <a:prstGeom prst="roundRect">
            <a:avLst>
              <a:gd name="adj" fmla="val 5993"/>
            </a:avLst>
          </a:prstGeom>
          <a:solidFill>
            <a:srgbClr val="EEF6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0673661" y="3044038"/>
            <a:ext cx="1378131" cy="12207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see the automation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rising — the investment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measurable</a:t>
            </a:r>
            <a:endParaRPr lang="en-US" sz="850"/>
          </a:p>
        </p:txBody>
      </p:sp>
      <p:sp>
        <p:nvSpPr>
          <p:cNvPr id="90" name="Shape 88"/>
          <p:cNvSpPr/>
          <p:nvPr/>
        </p:nvSpPr>
        <p:spPr>
          <a:xfrm>
            <a:off x="1636776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EDF7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636776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— one place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look and act</a:t>
            </a:r>
            <a:endParaRPr lang="en-US" sz="820"/>
          </a:p>
        </p:txBody>
      </p:sp>
      <p:sp>
        <p:nvSpPr>
          <p:cNvPr id="92" name="Shape 90"/>
          <p:cNvSpPr/>
          <p:nvPr/>
        </p:nvSpPr>
        <p:spPr>
          <a:xfrm>
            <a:off x="3142923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EDF7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142923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— priority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&amp; backed by data</a:t>
            </a:r>
            <a:endParaRPr lang="en-US" sz="820"/>
          </a:p>
        </p:txBody>
      </p:sp>
      <p:sp>
        <p:nvSpPr>
          <p:cNvPr id="94" name="Shape 92"/>
          <p:cNvSpPr/>
          <p:nvPr/>
        </p:nvSpPr>
        <p:spPr>
          <a:xfrm>
            <a:off x="4649071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EDF7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649071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Assured — system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watching, alerts real</a:t>
            </a:r>
            <a:endParaRPr lang="en-US" sz="820"/>
          </a:p>
        </p:txBody>
      </p:sp>
      <p:sp>
        <p:nvSpPr>
          <p:cNvPr id="96" name="Shape 94"/>
          <p:cNvSpPr/>
          <p:nvPr/>
        </p:nvSpPr>
        <p:spPr>
          <a:xfrm>
            <a:off x="6155218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EDF7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155218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— I arrive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diagnosis with context</a:t>
            </a:r>
            <a:endParaRPr lang="en-US" sz="820"/>
          </a:p>
        </p:txBody>
      </p:sp>
      <p:sp>
        <p:nvSpPr>
          <p:cNvPr id="98" name="Shape 96"/>
          <p:cNvSpPr/>
          <p:nvPr/>
        </p:nvSpPr>
        <p:spPr>
          <a:xfrm>
            <a:off x="7661366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EDF7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661366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— changes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safer &amp; traceable</a:t>
            </a:r>
            <a:endParaRPr lang="en-US" sz="820"/>
          </a:p>
        </p:txBody>
      </p:sp>
      <p:sp>
        <p:nvSpPr>
          <p:cNvPr id="100" name="Shape 98"/>
          <p:cNvSpPr/>
          <p:nvPr/>
        </p:nvSpPr>
        <p:spPr>
          <a:xfrm>
            <a:off x="9167513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EDF7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9167513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Relieved — docs no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 burden</a:t>
            </a:r>
            <a:endParaRPr lang="en-US" sz="820"/>
          </a:p>
        </p:txBody>
      </p:sp>
      <p:sp>
        <p:nvSpPr>
          <p:cNvPr id="102" name="Shape 100"/>
          <p:cNvSpPr/>
          <p:nvPr/>
        </p:nvSpPr>
        <p:spPr>
          <a:xfrm>
            <a:off x="10673661" y="4447642"/>
            <a:ext cx="1378131" cy="1052474"/>
          </a:xfrm>
          <a:prstGeom prst="roundRect">
            <a:avLst>
              <a:gd name="adj" fmla="val 6950"/>
            </a:avLst>
          </a:prstGeom>
          <a:solidFill>
            <a:srgbClr val="EDF7EE"/>
          </a:solidFill>
          <a:ln w="9525">
            <a:solidFill>
              <a:srgbClr val="88BB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0673661" y="4447642"/>
            <a:ext cx="1378131" cy="105247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Energised — improvement</a:t>
            </a:r>
            <a:endParaRPr lang="en-US" sz="820"/>
          </a:p>
          <a:p>
            <a:pPr marL="0" indent="0" algn="ctr">
              <a:buNone/>
            </a:pPr>
            <a:r>
              <a:rPr lang="en-US" sz="82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compounding</a:t>
            </a:r>
            <a:endParaRPr lang="en-US" sz="820"/>
          </a:p>
        </p:txBody>
      </p:sp>
      <p:sp>
        <p:nvSpPr>
          <p:cNvPr id="104" name="Shape 102"/>
          <p:cNvSpPr/>
          <p:nvPr/>
        </p:nvSpPr>
        <p:spPr>
          <a:xfrm>
            <a:off x="1636776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C8EDCA"/>
          </a:solidFill>
          <a:ln w="9525">
            <a:solidFill>
              <a:srgbClr val="3A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1636776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front door;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auto-routing; no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intake</a:t>
            </a:r>
            <a:endParaRPr lang="en-US" sz="780"/>
          </a:p>
        </p:txBody>
      </p:sp>
      <p:sp>
        <p:nvSpPr>
          <p:cNvPr id="106" name="Shape 104"/>
          <p:cNvSpPr/>
          <p:nvPr/>
        </p:nvSpPr>
        <p:spPr>
          <a:xfrm>
            <a:off x="3142923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C8EDCA"/>
          </a:solidFill>
          <a:ln w="9525">
            <a:solidFill>
              <a:srgbClr val="3A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3142923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AAR-driven automation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backlog; COE owns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triage; agent-ranked</a:t>
            </a:r>
            <a:endParaRPr lang="en-US" sz="780"/>
          </a:p>
        </p:txBody>
      </p:sp>
      <p:sp>
        <p:nvSpPr>
          <p:cNvPr id="108" name="Shape 106"/>
          <p:cNvSpPr/>
          <p:nvPr/>
        </p:nvSpPr>
        <p:spPr>
          <a:xfrm>
            <a:off x="4649071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C8EDCA"/>
          </a:solidFill>
          <a:ln w="9525">
            <a:solidFill>
              <a:srgbClr val="3A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649071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drives low/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no-touch ops; AIOps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what's broken</a:t>
            </a:r>
            <a:endParaRPr lang="en-US" sz="780"/>
          </a:p>
        </p:txBody>
      </p:sp>
      <p:sp>
        <p:nvSpPr>
          <p:cNvPr id="110" name="Shape 108"/>
          <p:cNvSpPr/>
          <p:nvPr/>
        </p:nvSpPr>
        <p:spPr>
          <a:xfrm>
            <a:off x="6155218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C8EDCA"/>
          </a:solidFill>
          <a:ln w="9525">
            <a:solidFill>
              <a:srgbClr val="3A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6155218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deliver instant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context; callable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runbooks; CMDB-backed</a:t>
            </a:r>
            <a:endParaRPr lang="en-US" sz="780"/>
          </a:p>
        </p:txBody>
      </p:sp>
      <p:sp>
        <p:nvSpPr>
          <p:cNvPr id="112" name="Shape 110"/>
          <p:cNvSpPr/>
          <p:nvPr/>
        </p:nvSpPr>
        <p:spPr>
          <a:xfrm>
            <a:off x="7661366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C8EDCA"/>
          </a:solidFill>
          <a:ln w="9525">
            <a:solidFill>
              <a:srgbClr val="3A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661366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Paved-path pipelines;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standard</a:t>
            </a:r>
            <a:endParaRPr lang="en-US" sz="780"/>
          </a:p>
        </p:txBody>
      </p:sp>
      <p:sp>
        <p:nvSpPr>
          <p:cNvPr id="114" name="Shape 112"/>
          <p:cNvSpPr/>
          <p:nvPr/>
        </p:nvSpPr>
        <p:spPr>
          <a:xfrm>
            <a:off x="9167513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C8EDCA"/>
          </a:solidFill>
          <a:ln w="9525">
            <a:solidFill>
              <a:srgbClr val="3A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9167513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docs;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receipts;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AARs</a:t>
            </a:r>
            <a:endParaRPr lang="en-US" sz="780"/>
          </a:p>
        </p:txBody>
      </p:sp>
      <p:sp>
        <p:nvSpPr>
          <p:cNvPr id="116" name="Shape 114"/>
          <p:cNvSpPr/>
          <p:nvPr/>
        </p:nvSpPr>
        <p:spPr>
          <a:xfrm>
            <a:off x="10673661" y="5682996"/>
            <a:ext cx="1378131" cy="827532"/>
          </a:xfrm>
          <a:prstGeom prst="roundRect">
            <a:avLst>
              <a:gd name="adj" fmla="val 8840"/>
            </a:avLst>
          </a:prstGeom>
          <a:solidFill>
            <a:srgbClr val="C8EDCA"/>
          </a:solidFill>
          <a:ln w="9525">
            <a:solidFill>
              <a:srgbClr val="3A9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10673661" y="5682996"/>
            <a:ext cx="1378131" cy="8275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feedback loop;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KPIs; AARs drive</a:t>
            </a:r>
            <a:endParaRPr lang="en-US" sz="780"/>
          </a:p>
          <a:p>
            <a:pPr marL="0" indent="0" algn="ctr">
              <a:buNone/>
            </a:pPr>
            <a:r>
              <a:rPr lang="en-US" sz="780" b="1">
                <a:solidFill>
                  <a:srgbClr val="0A4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backlog</a:t>
            </a:r>
            <a:endParaRPr lang="en-US" sz="780"/>
          </a:p>
        </p:txBody>
      </p:sp>
    </p:spTree>
    <p:extLst>
      <p:ext uri="{BB962C8B-B14F-4D97-AF65-F5344CB8AC3E}">
        <p14:creationId xmlns:p14="http://schemas.microsoft.com/office/powerpoint/2010/main" val="39299570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9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E1251B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6665976"/>
            <a:ext cx="11640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— Agentic AI Workshop  |  Cloud &amp; Connectivity  |  March 12, 2026</a:t>
            </a:r>
            <a:endParaRPr lang="en-US" sz="700"/>
          </a:p>
        </p:txBody>
      </p:sp>
      <p:sp>
        <p:nvSpPr>
          <p:cNvPr id="43" name="Shape 41"/>
          <p:cNvSpPr/>
          <p:nvPr/>
        </p:nvSpPr>
        <p:spPr>
          <a:xfrm>
            <a:off x="127634" y="596380"/>
            <a:ext cx="11944350" cy="280270"/>
          </a:xfrm>
          <a:prstGeom prst="rect">
            <a:avLst/>
          </a:prstGeom>
          <a:solidFill>
            <a:srgbClr val="7B1313"/>
          </a:solidFill>
          <a:ln w="12700">
            <a:solidFill>
              <a:srgbClr val="7B13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4795" y="615065"/>
            <a:ext cx="11670030" cy="242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 — AUTONOMOUS &amp; LOW/NO-TOUCH OPS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127634" y="876651"/>
            <a:ext cx="11944350" cy="1606884"/>
          </a:xfrm>
          <a:prstGeom prst="rect">
            <a:avLst/>
          </a:prstGeom>
          <a:solidFill>
            <a:srgbClr val="FFF0EE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07645" y="970075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511207"/>
          </a:solidFill>
          <a:ln w="12700">
            <a:solidFill>
              <a:srgbClr val="5112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07645" y="970075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700"/>
          </a:p>
        </p:txBody>
      </p:sp>
      <p:sp>
        <p:nvSpPr>
          <p:cNvPr id="48" name="Text 46"/>
          <p:cNvSpPr/>
          <p:nvPr/>
        </p:nvSpPr>
        <p:spPr>
          <a:xfrm>
            <a:off x="207645" y="1231660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/ No Touch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50"/>
          </a:p>
        </p:txBody>
      </p:sp>
      <p:sp>
        <p:nvSpPr>
          <p:cNvPr id="49" name="Shape 47"/>
          <p:cNvSpPr/>
          <p:nvPr/>
        </p:nvSpPr>
        <p:spPr>
          <a:xfrm>
            <a:off x="207645" y="1717463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07645" y="1773517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detect, notify, and fix issues with zero downtime — 100% autonomous ops.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3113722" y="596380"/>
            <a:ext cx="0" cy="18871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193732" y="970075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511207"/>
          </a:solidFill>
          <a:ln w="12700">
            <a:solidFill>
              <a:srgbClr val="5112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193732" y="970075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700"/>
          </a:p>
        </p:txBody>
      </p:sp>
      <p:sp>
        <p:nvSpPr>
          <p:cNvPr id="54" name="Text 52"/>
          <p:cNvSpPr/>
          <p:nvPr/>
        </p:nvSpPr>
        <p:spPr>
          <a:xfrm>
            <a:off x="3193732" y="1231660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50"/>
          </a:p>
        </p:txBody>
      </p:sp>
      <p:sp>
        <p:nvSpPr>
          <p:cNvPr id="55" name="Shape 53"/>
          <p:cNvSpPr/>
          <p:nvPr/>
        </p:nvSpPr>
        <p:spPr>
          <a:xfrm>
            <a:off x="3193732" y="1717463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193732" y="1773517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self-healing target: M&amp;Q environments self-heal with no operational impact. Agents close the remediation loop.</a:t>
            </a:r>
            <a:endParaRPr lang="en-US" sz="850"/>
          </a:p>
        </p:txBody>
      </p:sp>
      <p:sp>
        <p:nvSpPr>
          <p:cNvPr id="57" name="Shape 55"/>
          <p:cNvSpPr/>
          <p:nvPr/>
        </p:nvSpPr>
        <p:spPr>
          <a:xfrm>
            <a:off x="6099810" y="596380"/>
            <a:ext cx="0" cy="18871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179820" y="970075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4A3500"/>
          </a:solidFill>
          <a:ln w="12700">
            <a:solidFill>
              <a:srgbClr val="4A3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179820" y="970075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</a:t>
            </a:r>
            <a:endParaRPr lang="en-US" sz="700"/>
          </a:p>
        </p:txBody>
      </p:sp>
      <p:sp>
        <p:nvSpPr>
          <p:cNvPr id="60" name="Text 58"/>
          <p:cNvSpPr/>
          <p:nvPr/>
        </p:nvSpPr>
        <p:spPr>
          <a:xfrm>
            <a:off x="6179820" y="1231660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HPC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Model</a:t>
            </a:r>
            <a:endParaRPr lang="en-US" sz="1150"/>
          </a:p>
        </p:txBody>
      </p:sp>
      <p:sp>
        <p:nvSpPr>
          <p:cNvPr id="61" name="Shape 59"/>
          <p:cNvSpPr/>
          <p:nvPr/>
        </p:nvSpPr>
        <p:spPr>
          <a:xfrm>
            <a:off x="6179820" y="1717463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179820" y="1773517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LillyPod &amp; Brainiac managed as an AI Factory — unified orchestration, scheduling, and single-pane health visibility.</a:t>
            </a:r>
            <a:endParaRPr lang="en-US" sz="850"/>
          </a:p>
        </p:txBody>
      </p:sp>
      <p:sp>
        <p:nvSpPr>
          <p:cNvPr id="63" name="Shape 61"/>
          <p:cNvSpPr/>
          <p:nvPr/>
        </p:nvSpPr>
        <p:spPr>
          <a:xfrm>
            <a:off x="9085897" y="596380"/>
            <a:ext cx="0" cy="18871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65907" y="970075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511207"/>
          </a:solidFill>
          <a:ln w="12700">
            <a:solidFill>
              <a:srgbClr val="5112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165907" y="970075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700"/>
          </a:p>
        </p:txBody>
      </p:sp>
      <p:sp>
        <p:nvSpPr>
          <p:cNvPr id="66" name="Text 64"/>
          <p:cNvSpPr/>
          <p:nvPr/>
        </p:nvSpPr>
        <p:spPr>
          <a:xfrm>
            <a:off x="9165907" y="1231660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Response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(L1.5)</a:t>
            </a:r>
            <a:endParaRPr lang="en-US" sz="1150"/>
          </a:p>
        </p:txBody>
      </p:sp>
      <p:sp>
        <p:nvSpPr>
          <p:cNvPr id="67" name="Shape 65"/>
          <p:cNvSpPr/>
          <p:nvPr/>
        </p:nvSpPr>
        <p:spPr>
          <a:xfrm>
            <a:off x="9165907" y="1717463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9165907" y="1773517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 for alert intake, correlation, and playbook execution. Resolver towers pulled in with context, not noise.</a:t>
            </a:r>
            <a:endParaRPr lang="en-US" sz="850"/>
          </a:p>
        </p:txBody>
      </p:sp>
      <p:sp>
        <p:nvSpPr>
          <p:cNvPr id="69" name="Shape 67"/>
          <p:cNvSpPr/>
          <p:nvPr/>
        </p:nvSpPr>
        <p:spPr>
          <a:xfrm>
            <a:off x="127634" y="2642355"/>
            <a:ext cx="11944350" cy="28027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64795" y="2661040"/>
            <a:ext cx="11670030" cy="242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B — UNIFIED OBSERVABILITY &amp; CLOUD SELF-SERVICE</a:t>
            </a:r>
            <a:endParaRPr lang="en-US" sz="800"/>
          </a:p>
        </p:txBody>
      </p:sp>
      <p:sp>
        <p:nvSpPr>
          <p:cNvPr id="71" name="Shape 69"/>
          <p:cNvSpPr/>
          <p:nvPr/>
        </p:nvSpPr>
        <p:spPr>
          <a:xfrm>
            <a:off x="127634" y="2922626"/>
            <a:ext cx="11944350" cy="1606884"/>
          </a:xfrm>
          <a:prstGeom prst="rect">
            <a:avLst/>
          </a:prstGeom>
          <a:solidFill>
            <a:srgbClr val="EEF4FF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07645" y="3016049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054040"/>
          </a:solidFill>
          <a:ln w="12700">
            <a:solidFill>
              <a:srgbClr val="05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207645" y="3016049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700"/>
          </a:p>
        </p:txBody>
      </p:sp>
      <p:sp>
        <p:nvSpPr>
          <p:cNvPr id="74" name="Text 72"/>
          <p:cNvSpPr/>
          <p:nvPr/>
        </p:nvSpPr>
        <p:spPr>
          <a:xfrm>
            <a:off x="207645" y="3277635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50"/>
          </a:p>
        </p:txBody>
      </p:sp>
      <p:sp>
        <p:nvSpPr>
          <p:cNvPr id="75" name="Shape 73"/>
          <p:cNvSpPr/>
          <p:nvPr/>
        </p:nvSpPr>
        <p:spPr>
          <a:xfrm>
            <a:off x="207645" y="3763438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07645" y="3819492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monitoring drives AIOps actions. Single pane of glass from metric to fix.</a:t>
            </a:r>
            <a:endParaRPr lang="en-US" sz="850"/>
          </a:p>
        </p:txBody>
      </p:sp>
      <p:sp>
        <p:nvSpPr>
          <p:cNvPr id="77" name="Shape 75"/>
          <p:cNvSpPr/>
          <p:nvPr/>
        </p:nvSpPr>
        <p:spPr>
          <a:xfrm>
            <a:off x="3113722" y="2642355"/>
            <a:ext cx="0" cy="18871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193732" y="3016049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193732" y="3016049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700"/>
          </a:p>
        </p:txBody>
      </p:sp>
      <p:sp>
        <p:nvSpPr>
          <p:cNvPr id="80" name="Text 78"/>
          <p:cNvSpPr/>
          <p:nvPr/>
        </p:nvSpPr>
        <p:spPr>
          <a:xfrm>
            <a:off x="3193732" y="3277635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Chat-Driven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Provisioning</a:t>
            </a:r>
            <a:endParaRPr lang="en-US" sz="1150"/>
          </a:p>
        </p:txBody>
      </p:sp>
      <p:sp>
        <p:nvSpPr>
          <p:cNvPr id="81" name="Shape 79"/>
          <p:cNvSpPr/>
          <p:nvPr/>
        </p:nvSpPr>
        <p:spPr>
          <a:xfrm>
            <a:off x="3193732" y="3763438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193732" y="3819492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describe needs in chat; agents gather requirements and deploy via Terraform/Bicep patterns.</a:t>
            </a:r>
            <a:endParaRPr lang="en-US" sz="850"/>
          </a:p>
        </p:txBody>
      </p:sp>
      <p:sp>
        <p:nvSpPr>
          <p:cNvPr id="83" name="Shape 81"/>
          <p:cNvSpPr/>
          <p:nvPr/>
        </p:nvSpPr>
        <p:spPr>
          <a:xfrm>
            <a:off x="6099810" y="2642355"/>
            <a:ext cx="0" cy="18871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179820" y="3016049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179820" y="3016049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700"/>
          </a:p>
        </p:txBody>
      </p:sp>
      <p:sp>
        <p:nvSpPr>
          <p:cNvPr id="86" name="Text 84"/>
          <p:cNvSpPr/>
          <p:nvPr/>
        </p:nvSpPr>
        <p:spPr>
          <a:xfrm>
            <a:off x="6179820" y="3277635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150"/>
          </a:p>
        </p:txBody>
      </p:sp>
      <p:sp>
        <p:nvSpPr>
          <p:cNvPr id="87" name="Shape 85"/>
          <p:cNvSpPr/>
          <p:nvPr/>
        </p:nvSpPr>
        <p:spPr>
          <a:xfrm>
            <a:off x="6179820" y="3763438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179820" y="3819492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from idea → IaC → deploy is handled by AI — no human writes or runs infrastructure code.</a:t>
            </a:r>
            <a:endParaRPr lang="en-US" sz="850"/>
          </a:p>
        </p:txBody>
      </p:sp>
      <p:sp>
        <p:nvSpPr>
          <p:cNvPr id="89" name="Shape 87"/>
          <p:cNvSpPr/>
          <p:nvPr/>
        </p:nvSpPr>
        <p:spPr>
          <a:xfrm>
            <a:off x="9085897" y="2642355"/>
            <a:ext cx="0" cy="18871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9165907" y="3016049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9165907" y="3016049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700"/>
          </a:p>
        </p:txBody>
      </p:sp>
      <p:sp>
        <p:nvSpPr>
          <p:cNvPr id="92" name="Text 90"/>
          <p:cNvSpPr/>
          <p:nvPr/>
        </p:nvSpPr>
        <p:spPr>
          <a:xfrm>
            <a:off x="9165907" y="3277635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Paved-Path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</a:t>
            </a:r>
            <a:endParaRPr lang="en-US" sz="1150"/>
          </a:p>
        </p:txBody>
      </p:sp>
      <p:sp>
        <p:nvSpPr>
          <p:cNvPr id="93" name="Shape 91"/>
          <p:cNvSpPr/>
          <p:nvPr/>
        </p:nvSpPr>
        <p:spPr>
          <a:xfrm>
            <a:off x="9165907" y="3763438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9165907" y="3819492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"any way anyone wants" with a small set of opinionated, shared CICD pipelines teams use but don't own.</a:t>
            </a:r>
            <a:endParaRPr lang="en-US" sz="850"/>
          </a:p>
        </p:txBody>
      </p:sp>
      <p:sp>
        <p:nvSpPr>
          <p:cNvPr id="95" name="Shape 93"/>
          <p:cNvSpPr/>
          <p:nvPr/>
        </p:nvSpPr>
        <p:spPr>
          <a:xfrm>
            <a:off x="127634" y="4688330"/>
            <a:ext cx="11944350" cy="280270"/>
          </a:xfrm>
          <a:prstGeom prst="rect">
            <a:avLst/>
          </a:prstGeom>
          <a:solidFill>
            <a:srgbClr val="1A6B2A"/>
          </a:solidFill>
          <a:ln w="12700">
            <a:solidFill>
              <a:srgbClr val="1A6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264795" y="4707015"/>
            <a:ext cx="11670030" cy="242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 — AGENT LEGIBILITY, DATA ACCURACY &amp; FINANCE</a:t>
            </a:r>
            <a:endParaRPr lang="en-US" sz="800"/>
          </a:p>
        </p:txBody>
      </p:sp>
      <p:sp>
        <p:nvSpPr>
          <p:cNvPr id="97" name="Shape 95"/>
          <p:cNvSpPr/>
          <p:nvPr/>
        </p:nvSpPr>
        <p:spPr>
          <a:xfrm>
            <a:off x="127634" y="4968601"/>
            <a:ext cx="11944350" cy="1606884"/>
          </a:xfrm>
          <a:prstGeom prst="rect">
            <a:avLst/>
          </a:prstGeom>
          <a:solidFill>
            <a:srgbClr val="EEF8EE"/>
          </a:solidFill>
          <a:ln w="381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07645" y="5062024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0D4A1C"/>
          </a:solidFill>
          <a:ln w="12700">
            <a:solidFill>
              <a:srgbClr val="0D4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207645" y="5062024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700"/>
          </a:p>
        </p:txBody>
      </p:sp>
      <p:sp>
        <p:nvSpPr>
          <p:cNvPr id="100" name="Text 98"/>
          <p:cNvSpPr/>
          <p:nvPr/>
        </p:nvSpPr>
        <p:spPr>
          <a:xfrm>
            <a:off x="207645" y="5323610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Agent-Legible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</a:t>
            </a:r>
            <a:endParaRPr lang="en-US" sz="1150"/>
          </a:p>
        </p:txBody>
      </p:sp>
      <p:sp>
        <p:nvSpPr>
          <p:cNvPr id="101" name="Shape 99"/>
          <p:cNvSpPr/>
          <p:nvPr/>
        </p:nvSpPr>
        <p:spPr>
          <a:xfrm>
            <a:off x="207645" y="5809413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207645" y="5865467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become callable MCP tools with defined inputs, outputs, and error semantics — not Confluence prose.</a:t>
            </a:r>
            <a:endParaRPr lang="en-US" sz="850"/>
          </a:p>
        </p:txBody>
      </p:sp>
      <p:sp>
        <p:nvSpPr>
          <p:cNvPr id="103" name="Shape 101"/>
          <p:cNvSpPr/>
          <p:nvPr/>
        </p:nvSpPr>
        <p:spPr>
          <a:xfrm>
            <a:off x="3113722" y="4688330"/>
            <a:ext cx="0" cy="18871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193732" y="5062024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0D4A1C"/>
          </a:solidFill>
          <a:ln w="12700">
            <a:solidFill>
              <a:srgbClr val="0D4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193732" y="5062024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700"/>
          </a:p>
        </p:txBody>
      </p:sp>
      <p:sp>
        <p:nvSpPr>
          <p:cNvPr id="106" name="Text 104"/>
          <p:cNvSpPr/>
          <p:nvPr/>
        </p:nvSpPr>
        <p:spPr>
          <a:xfrm>
            <a:off x="3193732" y="5323610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</a:t>
            </a:r>
            <a:endParaRPr lang="en-US" sz="1150"/>
          </a:p>
        </p:txBody>
      </p:sp>
      <p:sp>
        <p:nvSpPr>
          <p:cNvPr id="107" name="Shape 105"/>
          <p:cNvSpPr/>
          <p:nvPr/>
        </p:nvSpPr>
        <p:spPr>
          <a:xfrm>
            <a:off x="3193732" y="5809413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193732" y="5865467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 produces a human-readable audit trail: why it acted, what it skipped, where it was uncertain.</a:t>
            </a:r>
            <a:endParaRPr lang="en-US" sz="850"/>
          </a:p>
        </p:txBody>
      </p:sp>
      <p:sp>
        <p:nvSpPr>
          <p:cNvPr id="109" name="Shape 107"/>
          <p:cNvSpPr/>
          <p:nvPr/>
        </p:nvSpPr>
        <p:spPr>
          <a:xfrm>
            <a:off x="6099810" y="4688330"/>
            <a:ext cx="0" cy="18871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6179820" y="5062024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3A1F00"/>
          </a:solidFill>
          <a:ln w="12700">
            <a:solidFill>
              <a:srgbClr val="3A1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6179820" y="5062024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00"/>
          </a:p>
        </p:txBody>
      </p:sp>
      <p:sp>
        <p:nvSpPr>
          <p:cNvPr id="112" name="Text 110"/>
          <p:cNvSpPr/>
          <p:nvPr/>
        </p:nvSpPr>
        <p:spPr>
          <a:xfrm>
            <a:off x="6179820" y="5323610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 Accuracy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Refresh</a:t>
            </a:r>
            <a:endParaRPr lang="en-US" sz="1150"/>
          </a:p>
        </p:txBody>
      </p:sp>
      <p:sp>
        <p:nvSpPr>
          <p:cNvPr id="113" name="Shape 111"/>
          <p:cNvSpPr/>
          <p:nvPr/>
        </p:nvSpPr>
        <p:spPr>
          <a:xfrm>
            <a:off x="6179820" y="5809413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179820" y="5865467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continuously cleanses, validates, and refreshes CMDB metadata — unlocking every downstream automation.</a:t>
            </a:r>
            <a:endParaRPr lang="en-US" sz="850"/>
          </a:p>
        </p:txBody>
      </p:sp>
      <p:sp>
        <p:nvSpPr>
          <p:cNvPr id="115" name="Shape 113"/>
          <p:cNvSpPr/>
          <p:nvPr/>
        </p:nvSpPr>
        <p:spPr>
          <a:xfrm>
            <a:off x="9085897" y="4688330"/>
            <a:ext cx="0" cy="18871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9165907" y="5062024"/>
            <a:ext cx="1257300" cy="224216"/>
          </a:xfrm>
          <a:prstGeom prst="roundRect">
            <a:avLst>
              <a:gd name="adj" fmla="val 20833"/>
            </a:avLst>
          </a:prstGeom>
          <a:solidFill>
            <a:srgbClr val="2A1A4A"/>
          </a:solidFill>
          <a:ln w="12700">
            <a:solidFill>
              <a:srgbClr val="2A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9165907" y="5062024"/>
            <a:ext cx="1257300" cy="22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700"/>
          </a:p>
        </p:txBody>
      </p:sp>
      <p:sp>
        <p:nvSpPr>
          <p:cNvPr id="118" name="Text 116"/>
          <p:cNvSpPr/>
          <p:nvPr/>
        </p:nvSpPr>
        <p:spPr>
          <a:xfrm>
            <a:off x="9165907" y="5323610"/>
            <a:ext cx="2826067" cy="467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Purchase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150"/>
          </a:p>
        </p:txBody>
      </p:sp>
      <p:sp>
        <p:nvSpPr>
          <p:cNvPr id="119" name="Shape 117"/>
          <p:cNvSpPr/>
          <p:nvPr/>
        </p:nvSpPr>
        <p:spPr>
          <a:xfrm>
            <a:off x="9165907" y="5809413"/>
            <a:ext cx="2826067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9165907" y="5865467"/>
            <a:ext cx="2826067" cy="653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capex vs opex, collects the right fields, and organizes quotes/SOWs into a single system of record.</a:t>
            </a:r>
            <a:endParaRPr lang="en-US" sz="85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00ECFF8-471C-49A5-AFAE-2C2D8157D332}"/>
              </a:ext>
            </a:extLst>
          </p:cNvPr>
          <p:cNvSpPr/>
          <p:nvPr/>
        </p:nvSpPr>
        <p:spPr>
          <a:xfrm>
            <a:off x="0" y="0"/>
            <a:ext cx="12192000" cy="546100"/>
          </a:xfrm>
          <a:prstGeom prst="rect">
            <a:avLst/>
          </a:prstGeom>
          <a:solidFill>
            <a:srgbClr val="8B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47047DD-73B3-4AD7-8651-9D2EBF049B38}"/>
              </a:ext>
            </a:extLst>
          </p:cNvPr>
          <p:cNvSpPr txBox="1"/>
          <p:nvPr/>
        </p:nvSpPr>
        <p:spPr>
          <a:xfrm>
            <a:off x="254000" y="0"/>
            <a:ext cx="11684000" cy="546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 Black"/>
              </a:rPr>
              <a:t>BIG IDEAS</a:t>
            </a:r>
          </a:p>
        </p:txBody>
      </p:sp>
    </p:spTree>
    <p:extLst>
      <p:ext uri="{BB962C8B-B14F-4D97-AF65-F5344CB8AC3E}">
        <p14:creationId xmlns:p14="http://schemas.microsoft.com/office/powerpoint/2010/main" val="1576612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511207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017520" cy="91440"/>
          </a:xfrm>
          <a:prstGeom prst="rect">
            <a:avLst/>
          </a:prstGeom>
          <a:solidFill>
            <a:srgbClr val="E1251B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>
                <a:solidFill>
                  <a:srgbClr val="E12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256032" y="585216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Ideas</a:t>
            </a:r>
            <a:endParaRPr lang="en-US" sz="4200"/>
          </a:p>
        </p:txBody>
      </p:sp>
      <p:sp>
        <p:nvSpPr>
          <p:cNvPr id="6" name="Text 4"/>
          <p:cNvSpPr/>
          <p:nvPr/>
        </p:nvSpPr>
        <p:spPr>
          <a:xfrm>
            <a:off x="256032" y="1316736"/>
            <a:ext cx="26883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ideas grouped into 5 strategic themes, ranked by impact and feasibility from real-time AI synthesis of workshop outputs.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256032" y="2377440"/>
            <a:ext cx="2377440" cy="22860"/>
          </a:xfrm>
          <a:prstGeom prst="rect">
            <a:avLst/>
          </a:prstGeom>
          <a:solidFill>
            <a:srgbClr val="E1251B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6032" y="2440000"/>
            <a:ext cx="2596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 — Autonomous &amp; Low/No-Touch Ops</a:t>
            </a:r>
            <a:r>
              <a:rPr lang="en-US" sz="85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Low/no-touch ops, 90% self-healing, 100% diagnostic via ChatOps. Fully autonomous ops with zero downtime.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256032" y="3060000"/>
            <a:ext cx="2596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B — Unified Observability &amp; Incident Response</a:t>
            </a:r>
            <a:r>
              <a:rPr lang="en-US" sz="85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Single pane of glass. AIOps-driven MTTD/MTTR reduction. Service-centric health states. ChatOps diagnostics.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256032" y="3700000"/>
            <a:ext cx="25968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 — Cloud Automation, IaC &amp; Agent Legibility</a:t>
            </a:r>
            <a:r>
              <a:rPr lang="en-US" sz="85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Chat-driven provisioning. Full-stack IaC. Paved-path CICD. Agent-callable runbooks + reasoning receipts.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256032" y="5047488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00">
                <a:solidFill>
                  <a:srgbClr val="A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LEGEND</a:t>
            </a:r>
            <a:endParaRPr lang="en-US" sz="750"/>
          </a:p>
        </p:txBody>
      </p:sp>
      <p:sp>
        <p:nvSpPr>
          <p:cNvPr id="12" name="Shape 10"/>
          <p:cNvSpPr/>
          <p:nvPr/>
        </p:nvSpPr>
        <p:spPr>
          <a:xfrm>
            <a:off x="256032" y="5340096"/>
            <a:ext cx="128016" cy="128016"/>
          </a:xfrm>
          <a:prstGeom prst="rect">
            <a:avLst/>
          </a:prstGeom>
          <a:solidFill>
            <a:srgbClr val="E1251B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8912" y="53035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00"/>
          </a:p>
        </p:txBody>
      </p:sp>
      <p:sp>
        <p:nvSpPr>
          <p:cNvPr id="14" name="Shape 12"/>
          <p:cNvSpPr/>
          <p:nvPr/>
        </p:nvSpPr>
        <p:spPr>
          <a:xfrm>
            <a:off x="1554480" y="5340096"/>
            <a:ext cx="128016" cy="128016"/>
          </a:xfrm>
          <a:prstGeom prst="rect">
            <a:avLst/>
          </a:prstGeom>
          <a:solidFill>
            <a:srgbClr val="0F3A85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737360" y="53035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00"/>
          </a:p>
        </p:txBody>
      </p:sp>
      <p:sp>
        <p:nvSpPr>
          <p:cNvPr id="16" name="Shape 14"/>
          <p:cNvSpPr/>
          <p:nvPr/>
        </p:nvSpPr>
        <p:spPr>
          <a:xfrm>
            <a:off x="256032" y="5669280"/>
            <a:ext cx="128016" cy="128016"/>
          </a:xfrm>
          <a:prstGeom prst="rect">
            <a:avLst/>
          </a:prstGeom>
          <a:solidFill>
            <a:srgbClr val="144B2D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38912" y="5632704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700"/>
          </a:p>
        </p:txBody>
      </p:sp>
      <p:sp>
        <p:nvSpPr>
          <p:cNvPr id="18" name="Shape 16"/>
          <p:cNvSpPr/>
          <p:nvPr/>
        </p:nvSpPr>
        <p:spPr>
          <a:xfrm>
            <a:off x="1554480" y="5669280"/>
            <a:ext cx="128016" cy="128016"/>
          </a:xfrm>
          <a:prstGeom prst="rect">
            <a:avLst/>
          </a:prstGeom>
          <a:solidFill>
            <a:srgbClr val="FFC709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5632704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</a:t>
            </a:r>
            <a:endParaRPr lang="en-US" sz="700"/>
          </a:p>
        </p:txBody>
      </p:sp>
      <p:sp>
        <p:nvSpPr>
          <p:cNvPr id="20" name="Shape 18"/>
          <p:cNvSpPr/>
          <p:nvPr/>
        </p:nvSpPr>
        <p:spPr>
          <a:xfrm>
            <a:off x="256032" y="5998464"/>
            <a:ext cx="128016" cy="128016"/>
          </a:xfrm>
          <a:prstGeom prst="rect">
            <a:avLst/>
          </a:prstGeom>
          <a:solidFill>
            <a:srgbClr val="F58E7D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8912" y="596188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/>
          </a:p>
        </p:txBody>
      </p:sp>
      <p:sp>
        <p:nvSpPr>
          <p:cNvPr id="22" name="Shape 20"/>
          <p:cNvSpPr/>
          <p:nvPr/>
        </p:nvSpPr>
        <p:spPr>
          <a:xfrm>
            <a:off x="1554480" y="5998464"/>
            <a:ext cx="128016" cy="128016"/>
          </a:xfrm>
          <a:prstGeom prst="rect">
            <a:avLst/>
          </a:prstGeom>
          <a:solidFill>
            <a:srgbClr val="FFC709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737360" y="596188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00"/>
          </a:p>
        </p:txBody>
      </p:sp>
      <p:sp>
        <p:nvSpPr>
          <p:cNvPr id="24" name="Shape 22"/>
          <p:cNvSpPr/>
          <p:nvPr/>
        </p:nvSpPr>
        <p:spPr>
          <a:xfrm>
            <a:off x="256032" y="6327648"/>
            <a:ext cx="128016" cy="128016"/>
          </a:xfrm>
          <a:prstGeom prst="rect">
            <a:avLst/>
          </a:prstGeom>
          <a:solidFill>
            <a:srgbClr val="99BFE5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38912" y="6291072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700"/>
          </a:p>
        </p:txBody>
      </p:sp>
      <p:sp>
        <p:nvSpPr>
          <p:cNvPr id="26" name="Text 24"/>
          <p:cNvSpPr/>
          <p:nvPr/>
        </p:nvSpPr>
        <p:spPr>
          <a:xfrm>
            <a:off x="256032" y="656539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7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Workshop  ·  March 12, 2026</a:t>
            </a:r>
            <a:endParaRPr lang="en-US" sz="700"/>
          </a:p>
        </p:txBody>
      </p:sp>
      <p:sp>
        <p:nvSpPr>
          <p:cNvPr id="27" name="Shape 25"/>
          <p:cNvSpPr/>
          <p:nvPr/>
        </p:nvSpPr>
        <p:spPr>
          <a:xfrm>
            <a:off x="3017520" y="0"/>
            <a:ext cx="9174175" cy="384048"/>
          </a:xfrm>
          <a:prstGeom prst="rect">
            <a:avLst/>
          </a:prstGeom>
          <a:solidFill>
            <a:srgbClr val="FBCFC8"/>
          </a:solidFill>
          <a:ln w="12700">
            <a:solidFill>
              <a:srgbClr val="E8E0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3218688" y="0"/>
            <a:ext cx="877183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Output:  Big Ideas Vignettes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017520" y="0"/>
            <a:ext cx="89730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11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Eli Lilly and Company</a:t>
            </a:r>
            <a:endParaRPr lang="en-US" sz="750"/>
          </a:p>
        </p:txBody>
      </p:sp>
      <p:sp>
        <p:nvSpPr>
          <p:cNvPr id="30" name="Shape 28"/>
          <p:cNvSpPr/>
          <p:nvPr/>
        </p:nvSpPr>
        <p:spPr>
          <a:xfrm>
            <a:off x="3241548" y="525780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218688" y="502920"/>
            <a:ext cx="2096948" cy="698906"/>
          </a:xfrm>
          <a:prstGeom prst="rect">
            <a:avLst/>
          </a:prstGeom>
          <a:solidFill>
            <a:srgbClr val="FFF8E1"/>
          </a:solidFill>
          <a:ln w="12700">
            <a:solidFill>
              <a:srgbClr val="FFF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3291840" y="566928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E1251B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291840" y="5669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00">
              <a:solidFill>
                <a:srgbClr val="FFFFFF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291840" y="758952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/ No Touch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150"/>
          </a:p>
        </p:txBody>
      </p:sp>
      <p:sp>
        <p:nvSpPr>
          <p:cNvPr id="35" name="Shape 33"/>
          <p:cNvSpPr/>
          <p:nvPr/>
        </p:nvSpPr>
        <p:spPr>
          <a:xfrm>
            <a:off x="3241548" y="1297838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3218688" y="1274978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310128" y="1348130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detect, notify, and fix issues with zero downtime — 100% autonomous ops.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5466512" y="525780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5443652" y="502920"/>
            <a:ext cx="2096948" cy="698906"/>
          </a:xfrm>
          <a:prstGeom prst="rect">
            <a:avLst/>
          </a:prstGeom>
          <a:solidFill>
            <a:srgbClr val="FFF8E1"/>
          </a:solidFill>
          <a:ln w="12700">
            <a:solidFill>
              <a:srgbClr val="FFF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516804" y="566928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99BFE5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516804" y="5669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600">
              <a:solidFill>
                <a:srgbClr val="1A1A1A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516804" y="758952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150"/>
          </a:p>
        </p:txBody>
      </p:sp>
      <p:sp>
        <p:nvSpPr>
          <p:cNvPr id="43" name="Shape 41"/>
          <p:cNvSpPr/>
          <p:nvPr/>
        </p:nvSpPr>
        <p:spPr>
          <a:xfrm>
            <a:off x="5466512" y="1297838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5443652" y="1274978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535092" y="1348130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monitoring drives AIOps actions. Single pane of glass from metric to fix.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7691476" y="525780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7668616" y="502920"/>
            <a:ext cx="2096948" cy="698906"/>
          </a:xfrm>
          <a:prstGeom prst="rect">
            <a:avLst/>
          </a:prstGeom>
          <a:solidFill>
            <a:srgbClr val="EBF4FF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7741768" y="566928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0F3A85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7741768" y="5669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00">
              <a:solidFill>
                <a:srgbClr val="FFFFFF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7741768" y="758952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Chat-Driven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Provisioning</a:t>
            </a:r>
            <a:endParaRPr lang="en-US" sz="1150"/>
          </a:p>
        </p:txBody>
      </p:sp>
      <p:sp>
        <p:nvSpPr>
          <p:cNvPr id="51" name="Shape 49"/>
          <p:cNvSpPr/>
          <p:nvPr/>
        </p:nvSpPr>
        <p:spPr>
          <a:xfrm>
            <a:off x="7691476" y="1297838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668616" y="1274978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7760056" y="1348130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describe needs in chat; agents gather requirements and deploy via Terraform/Bicep patterns.</a:t>
            </a:r>
            <a:endParaRPr lang="en-US" sz="850"/>
          </a:p>
        </p:txBody>
      </p:sp>
      <p:sp>
        <p:nvSpPr>
          <p:cNvPr id="54" name="Shape 52"/>
          <p:cNvSpPr/>
          <p:nvPr/>
        </p:nvSpPr>
        <p:spPr>
          <a:xfrm>
            <a:off x="9916439" y="525780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893579" y="502920"/>
            <a:ext cx="2096948" cy="698906"/>
          </a:xfrm>
          <a:prstGeom prst="rect">
            <a:avLst/>
          </a:prstGeom>
          <a:solidFill>
            <a:srgbClr val="EBF4FF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966731" y="566928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0F3A85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9966731" y="5669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00">
              <a:solidFill>
                <a:srgbClr val="FFFFFF"/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9966731" y="758952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150"/>
          </a:p>
        </p:txBody>
      </p:sp>
      <p:sp>
        <p:nvSpPr>
          <p:cNvPr id="59" name="Shape 57"/>
          <p:cNvSpPr/>
          <p:nvPr/>
        </p:nvSpPr>
        <p:spPr>
          <a:xfrm>
            <a:off x="9916439" y="1297838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9893579" y="1274978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9985019" y="1348130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from idea → IaC → deploy is handled by AI — no human writes or runs infrastructure code.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3241548" y="2607564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3218688" y="2584704"/>
            <a:ext cx="2096948" cy="698906"/>
          </a:xfrm>
          <a:prstGeom prst="rect">
            <a:avLst/>
          </a:prstGeom>
          <a:solidFill>
            <a:srgbClr val="E8F0EB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3291840" y="2648712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144B2D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3291840" y="26487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600">
              <a:solidFill>
                <a:srgbClr val="FFFFFF"/>
              </a:solidFill>
            </a:endParaRPr>
          </a:p>
        </p:txBody>
      </p:sp>
      <p:sp>
        <p:nvSpPr>
          <p:cNvPr id="66" name="Text 64"/>
          <p:cNvSpPr/>
          <p:nvPr/>
        </p:nvSpPr>
        <p:spPr>
          <a:xfrm>
            <a:off x="3291840" y="2840736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Agent-Legible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Runbooks</a:t>
            </a:r>
            <a:endParaRPr lang="en-US" sz="1150"/>
          </a:p>
        </p:txBody>
      </p:sp>
      <p:sp>
        <p:nvSpPr>
          <p:cNvPr id="67" name="Shape 65"/>
          <p:cNvSpPr/>
          <p:nvPr/>
        </p:nvSpPr>
        <p:spPr>
          <a:xfrm>
            <a:off x="3241548" y="3379622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3218688" y="3356762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3310128" y="3429914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become callable MCP tools with defined inputs, outputs, and error semantics — not Confluence prose.</a:t>
            </a:r>
            <a:endParaRPr lang="en-US" sz="850"/>
          </a:p>
        </p:txBody>
      </p:sp>
      <p:sp>
        <p:nvSpPr>
          <p:cNvPr id="70" name="Shape 68"/>
          <p:cNvSpPr/>
          <p:nvPr/>
        </p:nvSpPr>
        <p:spPr>
          <a:xfrm>
            <a:off x="5466512" y="2607564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5443652" y="2584704"/>
            <a:ext cx="2096948" cy="698906"/>
          </a:xfrm>
          <a:prstGeom prst="rect">
            <a:avLst/>
          </a:prstGeom>
          <a:solidFill>
            <a:srgbClr val="E8F0EB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5516804" y="2648712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144B2D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5516804" y="26487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600">
              <a:solidFill>
                <a:srgbClr val="FFFFFF"/>
              </a:solidFill>
            </a:endParaRPr>
          </a:p>
        </p:txBody>
      </p:sp>
      <p:sp>
        <p:nvSpPr>
          <p:cNvPr id="74" name="Text 72"/>
          <p:cNvSpPr/>
          <p:nvPr/>
        </p:nvSpPr>
        <p:spPr>
          <a:xfrm>
            <a:off x="5516804" y="2840736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Receipts</a:t>
            </a:r>
            <a:endParaRPr lang="en-US" sz="1150"/>
          </a:p>
        </p:txBody>
      </p:sp>
      <p:sp>
        <p:nvSpPr>
          <p:cNvPr id="75" name="Shape 73"/>
          <p:cNvSpPr/>
          <p:nvPr/>
        </p:nvSpPr>
        <p:spPr>
          <a:xfrm>
            <a:off x="5466512" y="3379622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5443652" y="3356762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5535092" y="3429914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 produces a human-readable audit trail: why it acted, what it skipped, where it was uncertain.</a:t>
            </a:r>
            <a:endParaRPr lang="en-US" sz="850"/>
          </a:p>
        </p:txBody>
      </p:sp>
      <p:sp>
        <p:nvSpPr>
          <p:cNvPr id="78" name="Shape 76"/>
          <p:cNvSpPr/>
          <p:nvPr/>
        </p:nvSpPr>
        <p:spPr>
          <a:xfrm>
            <a:off x="7691476" y="2607564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7668616" y="2584704"/>
            <a:ext cx="2096948" cy="698906"/>
          </a:xfrm>
          <a:prstGeom prst="rect">
            <a:avLst/>
          </a:prstGeom>
          <a:solidFill>
            <a:srgbClr val="FFF8E1"/>
          </a:solidFill>
          <a:ln w="12700">
            <a:solidFill>
              <a:srgbClr val="FFF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7741768" y="2648712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FFC709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7741768" y="26487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</a:t>
            </a:r>
            <a:endParaRPr lang="en-US" sz="600">
              <a:solidFill>
                <a:srgbClr val="1A1A1A"/>
              </a:solidFill>
            </a:endParaRPr>
          </a:p>
        </p:txBody>
      </p:sp>
      <p:sp>
        <p:nvSpPr>
          <p:cNvPr id="82" name="Text 80"/>
          <p:cNvSpPr/>
          <p:nvPr/>
        </p:nvSpPr>
        <p:spPr>
          <a:xfrm>
            <a:off x="7741768" y="2840736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HPC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 Model</a:t>
            </a:r>
            <a:endParaRPr lang="en-US" sz="1150"/>
          </a:p>
        </p:txBody>
      </p:sp>
      <p:sp>
        <p:nvSpPr>
          <p:cNvPr id="83" name="Shape 81"/>
          <p:cNvSpPr/>
          <p:nvPr/>
        </p:nvSpPr>
        <p:spPr>
          <a:xfrm>
            <a:off x="7691476" y="3379622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7668616" y="3356762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7760056" y="3429914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LillyPod &amp; Brainiac managed as an AI Factory — unified orchestration, scheduling, and single-pane health visibility.</a:t>
            </a:r>
            <a:endParaRPr lang="en-US" sz="850"/>
          </a:p>
        </p:txBody>
      </p:sp>
      <p:sp>
        <p:nvSpPr>
          <p:cNvPr id="86" name="Shape 84"/>
          <p:cNvSpPr/>
          <p:nvPr/>
        </p:nvSpPr>
        <p:spPr>
          <a:xfrm>
            <a:off x="9916439" y="2607564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hape 85"/>
          <p:cNvSpPr/>
          <p:nvPr/>
        </p:nvSpPr>
        <p:spPr>
          <a:xfrm>
            <a:off x="9893579" y="2584704"/>
            <a:ext cx="2096948" cy="698906"/>
          </a:xfrm>
          <a:prstGeom prst="rect">
            <a:avLst/>
          </a:prstGeom>
          <a:solidFill>
            <a:srgbClr val="FFF8E1"/>
          </a:solidFill>
          <a:ln w="12700">
            <a:solidFill>
              <a:srgbClr val="FFF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966731" y="2648712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E1251B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9966731" y="26487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00">
              <a:solidFill>
                <a:srgbClr val="FFFFFF"/>
              </a:solidFill>
            </a:endParaRPr>
          </a:p>
        </p:txBody>
      </p:sp>
      <p:sp>
        <p:nvSpPr>
          <p:cNvPr id="90" name="Text 88"/>
          <p:cNvSpPr/>
          <p:nvPr/>
        </p:nvSpPr>
        <p:spPr>
          <a:xfrm>
            <a:off x="9966731" y="2840736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Self-Healing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</a:t>
            </a:r>
            <a:endParaRPr lang="en-US" sz="1150"/>
          </a:p>
        </p:txBody>
      </p:sp>
      <p:sp>
        <p:nvSpPr>
          <p:cNvPr id="91" name="Shape 89"/>
          <p:cNvSpPr/>
          <p:nvPr/>
        </p:nvSpPr>
        <p:spPr>
          <a:xfrm>
            <a:off x="9916439" y="3379622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9893579" y="3356762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9985019" y="3429914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self-healing target: M&amp;Q environments self-heal with no operational impact. Agents close the remediation loop.</a:t>
            </a:r>
            <a:endParaRPr lang="en-US" sz="850"/>
          </a:p>
        </p:txBody>
      </p:sp>
      <p:sp>
        <p:nvSpPr>
          <p:cNvPr id="94" name="Shape 92"/>
          <p:cNvSpPr/>
          <p:nvPr/>
        </p:nvSpPr>
        <p:spPr>
          <a:xfrm>
            <a:off x="3241548" y="4689348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3218688" y="4666488"/>
            <a:ext cx="2096948" cy="698906"/>
          </a:xfrm>
          <a:prstGeom prst="rect">
            <a:avLst/>
          </a:prstGeom>
          <a:solidFill>
            <a:srgbClr val="FCEEE8"/>
          </a:solidFill>
          <a:ln w="12700">
            <a:solidFill>
              <a:srgbClr val="FC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4730496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F58E7D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/>
          <p:nvPr/>
        </p:nvSpPr>
        <p:spPr>
          <a:xfrm>
            <a:off x="3291840" y="47304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00">
              <a:solidFill>
                <a:srgbClr val="1A1A1A"/>
              </a:solidFill>
            </a:endParaRPr>
          </a:p>
        </p:txBody>
      </p:sp>
      <p:sp>
        <p:nvSpPr>
          <p:cNvPr id="98" name="Text 96"/>
          <p:cNvSpPr/>
          <p:nvPr/>
        </p:nvSpPr>
        <p:spPr>
          <a:xfrm>
            <a:off x="3291840" y="4922520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CMDB Accuracy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Refresh</a:t>
            </a:r>
            <a:endParaRPr lang="en-US" sz="1150"/>
          </a:p>
        </p:txBody>
      </p:sp>
      <p:sp>
        <p:nvSpPr>
          <p:cNvPr id="99" name="Shape 97"/>
          <p:cNvSpPr/>
          <p:nvPr/>
        </p:nvSpPr>
        <p:spPr>
          <a:xfrm>
            <a:off x="3241548" y="5461406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3218688" y="5438546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99"/>
          <p:cNvSpPr/>
          <p:nvPr/>
        </p:nvSpPr>
        <p:spPr>
          <a:xfrm>
            <a:off x="3310128" y="5511698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continuously cleanses, validates, and refreshes CMDB metadata — unlocking every downstream automation.</a:t>
            </a:r>
            <a:endParaRPr lang="en-US" sz="850"/>
          </a:p>
        </p:txBody>
      </p:sp>
      <p:sp>
        <p:nvSpPr>
          <p:cNvPr id="102" name="Shape 100"/>
          <p:cNvSpPr/>
          <p:nvPr/>
        </p:nvSpPr>
        <p:spPr>
          <a:xfrm>
            <a:off x="5466512" y="4689348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5443652" y="4666488"/>
            <a:ext cx="2096948" cy="698906"/>
          </a:xfrm>
          <a:prstGeom prst="rect">
            <a:avLst/>
          </a:prstGeom>
          <a:solidFill>
            <a:srgbClr val="EBF4FF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hape 102"/>
          <p:cNvSpPr/>
          <p:nvPr/>
        </p:nvSpPr>
        <p:spPr>
          <a:xfrm>
            <a:off x="5516804" y="4730496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0F3A85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103"/>
          <p:cNvSpPr/>
          <p:nvPr/>
        </p:nvSpPr>
        <p:spPr>
          <a:xfrm>
            <a:off x="5516804" y="47304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00">
              <a:solidFill>
                <a:srgbClr val="FFFFFF"/>
              </a:solidFill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5516804" y="4922520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Paved-Path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Pipelines</a:t>
            </a:r>
            <a:endParaRPr lang="en-US" sz="1150"/>
          </a:p>
        </p:txBody>
      </p:sp>
      <p:sp>
        <p:nvSpPr>
          <p:cNvPr id="107" name="Shape 105"/>
          <p:cNvSpPr/>
          <p:nvPr/>
        </p:nvSpPr>
        <p:spPr>
          <a:xfrm>
            <a:off x="5466512" y="5461406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hape 106"/>
          <p:cNvSpPr/>
          <p:nvPr/>
        </p:nvSpPr>
        <p:spPr>
          <a:xfrm>
            <a:off x="5443652" y="5438546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107"/>
          <p:cNvSpPr/>
          <p:nvPr/>
        </p:nvSpPr>
        <p:spPr>
          <a:xfrm>
            <a:off x="5535092" y="5511698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"any way anyone wants" with a small set of opinionated, shared CICD pipelines teams use but don't own.</a:t>
            </a:r>
            <a:endParaRPr lang="en-US" sz="850"/>
          </a:p>
        </p:txBody>
      </p:sp>
      <p:sp>
        <p:nvSpPr>
          <p:cNvPr id="110" name="Shape 108"/>
          <p:cNvSpPr/>
          <p:nvPr/>
        </p:nvSpPr>
        <p:spPr>
          <a:xfrm>
            <a:off x="7691476" y="4689348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hape 109"/>
          <p:cNvSpPr/>
          <p:nvPr/>
        </p:nvSpPr>
        <p:spPr>
          <a:xfrm>
            <a:off x="7668616" y="4666488"/>
            <a:ext cx="2096948" cy="698906"/>
          </a:xfrm>
          <a:prstGeom prst="rect">
            <a:avLst/>
          </a:prstGeom>
          <a:solidFill>
            <a:srgbClr val="FFF8E1"/>
          </a:solidFill>
          <a:ln w="12700">
            <a:solidFill>
              <a:srgbClr val="F3E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hape 110"/>
          <p:cNvSpPr/>
          <p:nvPr/>
        </p:nvSpPr>
        <p:spPr>
          <a:xfrm>
            <a:off x="7741768" y="4730496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FFC709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Text 111"/>
          <p:cNvSpPr/>
          <p:nvPr/>
        </p:nvSpPr>
        <p:spPr>
          <a:xfrm>
            <a:off x="7741768" y="47304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600">
              <a:solidFill>
                <a:srgbClr val="1A1A1A"/>
              </a:solidFill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7741768" y="4922520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Purchase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</a:t>
            </a:r>
            <a:endParaRPr lang="en-US" sz="1150"/>
          </a:p>
        </p:txBody>
      </p:sp>
      <p:sp>
        <p:nvSpPr>
          <p:cNvPr id="115" name="Shape 113"/>
          <p:cNvSpPr/>
          <p:nvPr/>
        </p:nvSpPr>
        <p:spPr>
          <a:xfrm>
            <a:off x="7691476" y="5461406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Shape 114"/>
          <p:cNvSpPr/>
          <p:nvPr/>
        </p:nvSpPr>
        <p:spPr>
          <a:xfrm>
            <a:off x="7668616" y="5438546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Text 115"/>
          <p:cNvSpPr/>
          <p:nvPr/>
        </p:nvSpPr>
        <p:spPr>
          <a:xfrm>
            <a:off x="7760056" y="5511698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capex vs opex, collects the right fields, and organizes quotes/SOWs into a single system of record.</a:t>
            </a:r>
            <a:endParaRPr lang="en-US" sz="850"/>
          </a:p>
        </p:txBody>
      </p:sp>
      <p:sp>
        <p:nvSpPr>
          <p:cNvPr id="118" name="Shape 116"/>
          <p:cNvSpPr/>
          <p:nvPr/>
        </p:nvSpPr>
        <p:spPr>
          <a:xfrm>
            <a:off x="9916439" y="4689348"/>
            <a:ext cx="2096948" cy="698906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Shape 117"/>
          <p:cNvSpPr/>
          <p:nvPr/>
        </p:nvSpPr>
        <p:spPr>
          <a:xfrm>
            <a:off x="9893579" y="4666488"/>
            <a:ext cx="2096948" cy="698906"/>
          </a:xfrm>
          <a:prstGeom prst="rect">
            <a:avLst/>
          </a:prstGeom>
          <a:solidFill>
            <a:srgbClr val="FFF8E1"/>
          </a:solidFill>
          <a:ln w="12700">
            <a:solidFill>
              <a:srgbClr val="FFF0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Shape 118"/>
          <p:cNvSpPr/>
          <p:nvPr/>
        </p:nvSpPr>
        <p:spPr>
          <a:xfrm>
            <a:off x="9966731" y="4730496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E1251B">
              <a:alpha val="84706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Text 119"/>
          <p:cNvSpPr/>
          <p:nvPr/>
        </p:nvSpPr>
        <p:spPr>
          <a:xfrm>
            <a:off x="9966731" y="47304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600">
              <a:solidFill>
                <a:srgbClr val="FFFFFF"/>
              </a:solidFill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9966731" y="4922520"/>
            <a:ext cx="1950644" cy="406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Response</a:t>
            </a:r>
            <a:endParaRPr lang="en-US" sz="1150"/>
          </a:p>
          <a:p>
            <a:pPr marL="0" indent="0" algn="l">
              <a:buNone/>
            </a:pPr>
            <a:r>
              <a:rPr lang="en-US" sz="115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COE (L1.5)</a:t>
            </a:r>
            <a:endParaRPr lang="en-US" sz="1150"/>
          </a:p>
        </p:txBody>
      </p:sp>
      <p:sp>
        <p:nvSpPr>
          <p:cNvPr id="123" name="Shape 121"/>
          <p:cNvSpPr/>
          <p:nvPr/>
        </p:nvSpPr>
        <p:spPr>
          <a:xfrm>
            <a:off x="9916439" y="5461406"/>
            <a:ext cx="2096948" cy="1163422"/>
          </a:xfrm>
          <a:prstGeom prst="rect">
            <a:avLst/>
          </a:prstGeom>
          <a:solidFill>
            <a:srgbClr val="CCBFB0"/>
          </a:solidFill>
          <a:ln w="12700">
            <a:solidFill>
              <a:srgbClr val="CCBF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Shape 122"/>
          <p:cNvSpPr/>
          <p:nvPr/>
        </p:nvSpPr>
        <p:spPr>
          <a:xfrm>
            <a:off x="9893579" y="5438546"/>
            <a:ext cx="2096948" cy="1163422"/>
          </a:xfrm>
          <a:prstGeom prst="rect">
            <a:avLst/>
          </a:prstGeom>
          <a:solidFill>
            <a:srgbClr val="FFFFFF"/>
          </a:solidFill>
          <a:ln w="6350">
            <a:solidFill>
              <a:srgbClr val="E0D8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Text 123"/>
          <p:cNvSpPr/>
          <p:nvPr/>
        </p:nvSpPr>
        <p:spPr>
          <a:xfrm>
            <a:off x="9985019" y="5511698"/>
            <a:ext cx="1914068" cy="1017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 for alert intake, correlation, and playbook execution. Resolver towers pulled in with context, not noise.</a:t>
            </a:r>
            <a:endParaRPr lang="en-US" sz="850"/>
          </a:p>
        </p:txBody>
      </p:sp>
      <p:sp>
        <p:nvSpPr>
          <p:cNvPr id="126" name="Shape 124"/>
          <p:cNvSpPr/>
          <p:nvPr/>
        </p:nvSpPr>
        <p:spPr>
          <a:xfrm>
            <a:off x="3017520" y="6711696"/>
            <a:ext cx="9174175" cy="146304"/>
          </a:xfrm>
          <a:prstGeom prst="rect">
            <a:avLst/>
          </a:prstGeom>
          <a:solidFill>
            <a:srgbClr val="FBCFC8"/>
          </a:solidFill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Text 125"/>
          <p:cNvSpPr/>
          <p:nvPr/>
        </p:nvSpPr>
        <p:spPr>
          <a:xfrm>
            <a:off x="3200400" y="6711696"/>
            <a:ext cx="880841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511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 — Agentic AI Workshop  |  Cloud &amp; Connectivity  |  March 12, 2026</a:t>
            </a:r>
            <a:endParaRPr lang="en-US" sz="6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78100" cy="6858000"/>
          </a:xfrm>
          <a:prstGeom prst="rect">
            <a:avLst/>
          </a:prstGeom>
          <a:solidFill>
            <a:srgbClr val="511207"/>
          </a:solidFill>
          <a:ln w="12700">
            <a:solidFill>
              <a:srgbClr val="5112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2400" y="127000"/>
            <a:ext cx="237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800"/>
          </a:p>
          <a:p>
            <a:pPr marL="0" indent="0" algn="l">
              <a:buNone/>
            </a:pPr>
            <a:r>
              <a:rPr lang="en-US" sz="800" b="1" kern="0" spc="30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QUESTIONS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152400" y="660400"/>
            <a:ext cx="2374900" cy="6477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Assumptions &amp; Questions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237744" y="1346200"/>
            <a:ext cx="2103120" cy="2286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400" y="1409700"/>
            <a:ext cx="23749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workshop inputs synthesised into 18 themes. Position reflects the stated risk level and certainty from the chat.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237744" y="2260600"/>
            <a:ext cx="2103120" cy="2286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" y="23241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237744" y="2578100"/>
            <a:ext cx="146304" cy="365760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78100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457200" y="2755900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 or validate urgently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237744" y="3048000"/>
            <a:ext cx="146304" cy="365760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48000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Risk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457200" y="3225800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and plan a response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237744" y="3517900"/>
            <a:ext cx="146304" cy="365760"/>
          </a:xfrm>
          <a:prstGeom prst="rect">
            <a:avLst/>
          </a:prstGeom>
          <a:solidFill>
            <a:srgbClr val="99BFE5"/>
          </a:solidFill>
          <a:ln w="12700">
            <a:solidFill>
              <a:srgbClr val="99BF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517900"/>
            <a:ext cx="2066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800"/>
          </a:p>
        </p:txBody>
      </p:sp>
      <p:sp>
        <p:nvSpPr>
          <p:cNvPr id="18" name="Text 16"/>
          <p:cNvSpPr/>
          <p:nvPr/>
        </p:nvSpPr>
        <p:spPr>
          <a:xfrm>
            <a:off x="457200" y="3695700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Acknowledged, manage as needed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237744" y="4000500"/>
            <a:ext cx="2103120" cy="2286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7744" y="4089400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X-axis:</a:t>
            </a:r>
            <a:r>
              <a:rPr lang="en-US" sz="80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Certain (left) → Uncertain (right)</a:t>
            </a:r>
            <a:endParaRPr lang="en-US" sz="800"/>
          </a:p>
        </p:txBody>
      </p:sp>
      <p:sp>
        <p:nvSpPr>
          <p:cNvPr id="21" name="Text 19"/>
          <p:cNvSpPr/>
          <p:nvPr/>
        </p:nvSpPr>
        <p:spPr>
          <a:xfrm>
            <a:off x="237744" y="4330700"/>
            <a:ext cx="2304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Y-axis:</a:t>
            </a:r>
            <a:r>
              <a:rPr lang="en-US" sz="80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High Risk (top) → Low Risk (bottom)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237744" y="4648200"/>
            <a:ext cx="2103120" cy="2286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7744" y="4737100"/>
            <a:ext cx="23042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Upper-right focus. </a:t>
            </a:r>
            <a:r>
              <a:rPr lang="en-US" sz="80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+ uncertain themes need the most urgent validation.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237744" y="6583680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 ·  March 12, 2026</a:t>
            </a:r>
            <a:endParaRPr lang="en-US" sz="700"/>
          </a:p>
        </p:txBody>
      </p:sp>
      <p:sp>
        <p:nvSpPr>
          <p:cNvPr id="25" name="Shape 23"/>
          <p:cNvSpPr/>
          <p:nvPr/>
        </p:nvSpPr>
        <p:spPr>
          <a:xfrm>
            <a:off x="2651760" y="0"/>
            <a:ext cx="9539935" cy="384048"/>
          </a:xfrm>
          <a:prstGeom prst="rect">
            <a:avLst/>
          </a:prstGeom>
          <a:solidFill>
            <a:srgbClr val="FBCFC8"/>
          </a:solidFill>
          <a:ln w="12700">
            <a:solidFill>
              <a:srgbClr val="FBC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34640" y="0"/>
            <a:ext cx="9174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Output:  Assumptions &amp; Questions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2651760" y="0"/>
            <a:ext cx="93570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Eli Lilly and Company</a:t>
            </a:r>
            <a:endParaRPr lang="en-US" sz="750"/>
          </a:p>
        </p:txBody>
      </p:sp>
      <p:sp>
        <p:nvSpPr>
          <p:cNvPr id="33" name="Shape 31"/>
          <p:cNvSpPr/>
          <p:nvPr/>
        </p:nvSpPr>
        <p:spPr>
          <a:xfrm>
            <a:off x="2816352" y="3555187"/>
            <a:ext cx="9210751" cy="21946"/>
          </a:xfrm>
          <a:prstGeom prst="rect">
            <a:avLst/>
          </a:prstGeom>
          <a:solidFill>
            <a:srgbClr val="C0B8B2"/>
          </a:solidFill>
          <a:ln w="12700">
            <a:solidFill>
              <a:srgbClr val="C0B8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410755" y="475488"/>
            <a:ext cx="21946" cy="6181344"/>
          </a:xfrm>
          <a:prstGeom prst="rect">
            <a:avLst/>
          </a:prstGeom>
          <a:solidFill>
            <a:srgbClr val="C0B8B2"/>
          </a:solidFill>
          <a:ln w="12700">
            <a:solidFill>
              <a:srgbClr val="C0B8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26080" y="530352"/>
            <a:ext cx="442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7494880" y="530352"/>
            <a:ext cx="442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2926080" y="6382512"/>
            <a:ext cx="442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>
                <a:solidFill>
                  <a:srgbClr val="144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800"/>
          </a:p>
        </p:txBody>
      </p:sp>
      <p:sp>
        <p:nvSpPr>
          <p:cNvPr id="38" name="Text 36"/>
          <p:cNvSpPr/>
          <p:nvPr/>
        </p:nvSpPr>
        <p:spPr>
          <a:xfrm>
            <a:off x="7494880" y="6382512"/>
            <a:ext cx="442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144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2926080" y="3328416"/>
            <a:ext cx="442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>
                <a:solidFill>
                  <a:srgbClr val="0F3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CERTAIN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7494880" y="3328416"/>
            <a:ext cx="442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 ►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3404960" y="753466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383015" y="731520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47023" y="777240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&amp; Talent Gaps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3447023" y="1024128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Funding, staff shortage, retirements, talent pipeline</a:t>
            </a:r>
            <a:endParaRPr lang="en-US" sz="680"/>
          </a:p>
        </p:txBody>
      </p:sp>
      <p:sp>
        <p:nvSpPr>
          <p:cNvPr id="45" name="Shape 43"/>
          <p:cNvSpPr/>
          <p:nvPr/>
        </p:nvSpPr>
        <p:spPr>
          <a:xfrm>
            <a:off x="3324009" y="1822948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302063" y="1801002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66071" y="1846722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Safety &amp; Governance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3366071" y="2093610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must not harm ops; org-wide buy-in needed</a:t>
            </a:r>
            <a:endParaRPr lang="en-US" sz="680"/>
          </a:p>
        </p:txBody>
      </p:sp>
      <p:sp>
        <p:nvSpPr>
          <p:cNvPr id="49" name="Shape 47"/>
          <p:cNvSpPr/>
          <p:nvPr/>
        </p:nvSpPr>
        <p:spPr>
          <a:xfrm>
            <a:off x="6400178" y="753466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78233" y="731520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42241" y="777240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Svc Mapping</a:t>
            </a:r>
            <a:endParaRPr lang="en-US" sz="800"/>
          </a:p>
        </p:txBody>
      </p:sp>
      <p:sp>
        <p:nvSpPr>
          <p:cNvPr id="52" name="Text 50"/>
          <p:cNvSpPr/>
          <p:nvPr/>
        </p:nvSpPr>
        <p:spPr>
          <a:xfrm>
            <a:off x="6442241" y="1024128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service maps limit agentic accuracy</a:t>
            </a:r>
            <a:endParaRPr lang="en-US" sz="680"/>
          </a:p>
        </p:txBody>
      </p:sp>
      <p:sp>
        <p:nvSpPr>
          <p:cNvPr id="53" name="Shape 51"/>
          <p:cNvSpPr/>
          <p:nvPr/>
        </p:nvSpPr>
        <p:spPr>
          <a:xfrm>
            <a:off x="5266853" y="939272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244907" y="917326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308915" y="963046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Resistance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5308915" y="1209934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to change from legacy ways of working</a:t>
            </a:r>
            <a:endParaRPr lang="en-US" sz="680"/>
          </a:p>
        </p:txBody>
      </p:sp>
      <p:sp>
        <p:nvSpPr>
          <p:cNvPr id="57" name="Shape 55"/>
          <p:cNvSpPr/>
          <p:nvPr/>
        </p:nvSpPr>
        <p:spPr>
          <a:xfrm>
            <a:off x="4295431" y="2043867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273485" y="2021921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337493" y="2067641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System Adoption</a:t>
            </a:r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4337493" y="2314529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teams must adopt one purchasing system</a:t>
            </a:r>
            <a:endParaRPr lang="en-US" sz="680"/>
          </a:p>
        </p:txBody>
      </p:sp>
      <p:sp>
        <p:nvSpPr>
          <p:cNvPr id="61" name="Shape 59"/>
          <p:cNvSpPr/>
          <p:nvPr/>
        </p:nvSpPr>
        <p:spPr>
          <a:xfrm>
            <a:off x="5104949" y="1602029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083003" y="1580083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147011" y="1625803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Volume &amp; Sovereignty</a:t>
            </a:r>
            <a:endParaRPr lang="en-US" sz="800"/>
          </a:p>
        </p:txBody>
      </p:sp>
      <p:sp>
        <p:nvSpPr>
          <p:cNvPr id="64" name="Text 62"/>
          <p:cNvSpPr/>
          <p:nvPr/>
        </p:nvSpPr>
        <p:spPr>
          <a:xfrm>
            <a:off x="5147011" y="1872691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exceeded in 2–3 yrs; sovereignty limits hosting</a:t>
            </a:r>
            <a:endParaRPr lang="en-US" sz="680"/>
          </a:p>
        </p:txBody>
      </p:sp>
      <p:sp>
        <p:nvSpPr>
          <p:cNvPr id="65" name="Shape 63"/>
          <p:cNvSpPr/>
          <p:nvPr/>
        </p:nvSpPr>
        <p:spPr>
          <a:xfrm>
            <a:off x="9152540" y="828812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130595" y="806867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194603" y="852587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Availability</a:t>
            </a:r>
            <a:endParaRPr lang="en-US" sz="800"/>
          </a:p>
        </p:txBody>
      </p:sp>
      <p:sp>
        <p:nvSpPr>
          <p:cNvPr id="68" name="Text 66"/>
          <p:cNvSpPr/>
          <p:nvPr/>
        </p:nvSpPr>
        <p:spPr>
          <a:xfrm>
            <a:off x="9194603" y="1099475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to build a financial solution app?</a:t>
            </a:r>
            <a:endParaRPr lang="en-US" sz="680"/>
          </a:p>
        </p:txBody>
      </p:sp>
      <p:sp>
        <p:nvSpPr>
          <p:cNvPr id="69" name="Shape 67"/>
          <p:cNvSpPr/>
          <p:nvPr/>
        </p:nvSpPr>
        <p:spPr>
          <a:xfrm>
            <a:off x="8019215" y="1160191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997269" y="1138245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061277" y="1183965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Upskilling Pace</a:t>
            </a:r>
            <a:endParaRPr lang="en-US" sz="800"/>
          </a:p>
        </p:txBody>
      </p:sp>
      <p:sp>
        <p:nvSpPr>
          <p:cNvPr id="72" name="Text 70"/>
          <p:cNvSpPr/>
          <p:nvPr/>
        </p:nvSpPr>
        <p:spPr>
          <a:xfrm>
            <a:off x="8061277" y="1430853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upskilling pace match disruptive agentic change?</a:t>
            </a:r>
            <a:endParaRPr lang="en-US" sz="680"/>
          </a:p>
        </p:txBody>
      </p:sp>
      <p:sp>
        <p:nvSpPr>
          <p:cNvPr id="73" name="Shape 71"/>
          <p:cNvSpPr/>
          <p:nvPr/>
        </p:nvSpPr>
        <p:spPr>
          <a:xfrm>
            <a:off x="9314444" y="1602029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292499" y="1580083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356507" y="1625803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&amp; Org Uncertainty</a:t>
            </a:r>
            <a:endParaRPr lang="en-US" sz="800"/>
          </a:p>
        </p:txBody>
      </p:sp>
      <p:sp>
        <p:nvSpPr>
          <p:cNvPr id="76" name="Text 74"/>
          <p:cNvSpPr/>
          <p:nvPr/>
        </p:nvSpPr>
        <p:spPr>
          <a:xfrm>
            <a:off x="9356507" y="1872691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vs. agent balance; leadership changes</a:t>
            </a:r>
            <a:endParaRPr lang="en-US" sz="680"/>
          </a:p>
        </p:txBody>
      </p:sp>
      <p:sp>
        <p:nvSpPr>
          <p:cNvPr id="77" name="Shape 75"/>
          <p:cNvSpPr/>
          <p:nvPr/>
        </p:nvSpPr>
        <p:spPr>
          <a:xfrm>
            <a:off x="9800155" y="2043867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9778210" y="2021921"/>
            <a:ext cx="1115568" cy="65836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842218" y="2067641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Measurement</a:t>
            </a:r>
            <a:endParaRPr lang="en-US" sz="800"/>
          </a:p>
        </p:txBody>
      </p:sp>
      <p:sp>
        <p:nvSpPr>
          <p:cNvPr id="80" name="Text 78"/>
          <p:cNvSpPr/>
          <p:nvPr/>
        </p:nvSpPr>
        <p:spPr>
          <a:xfrm>
            <a:off x="9842218" y="2314529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measure value (financial/DWE); base data missing</a:t>
            </a:r>
            <a:endParaRPr lang="en-US" sz="680"/>
          </a:p>
        </p:txBody>
      </p:sp>
      <p:sp>
        <p:nvSpPr>
          <p:cNvPr id="81" name="Shape 79"/>
          <p:cNvSpPr/>
          <p:nvPr/>
        </p:nvSpPr>
        <p:spPr>
          <a:xfrm>
            <a:off x="3647816" y="2596164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625870" y="2574219"/>
            <a:ext cx="1115568" cy="658368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689878" y="2619939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Inconsistency</a:t>
            </a:r>
            <a:endParaRPr lang="en-US" sz="800"/>
          </a:p>
        </p:txBody>
      </p:sp>
      <p:sp>
        <p:nvSpPr>
          <p:cNvPr id="84" name="Text 82"/>
          <p:cNvSpPr/>
          <p:nvPr/>
        </p:nvSpPr>
        <p:spPr>
          <a:xfrm>
            <a:off x="3689878" y="2866827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platforms easier; expect uneven build-out</a:t>
            </a:r>
            <a:endParaRPr lang="en-US" sz="680"/>
          </a:p>
        </p:txBody>
      </p:sp>
      <p:sp>
        <p:nvSpPr>
          <p:cNvPr id="85" name="Shape 83"/>
          <p:cNvSpPr/>
          <p:nvPr/>
        </p:nvSpPr>
        <p:spPr>
          <a:xfrm>
            <a:off x="4781142" y="2596164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4759196" y="2574219"/>
            <a:ext cx="1115568" cy="658368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823204" y="2619939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Retention</a:t>
            </a:r>
            <a:endParaRPr lang="en-US" sz="800"/>
          </a:p>
        </p:txBody>
      </p:sp>
      <p:sp>
        <p:nvSpPr>
          <p:cNvPr id="88" name="Text 86"/>
          <p:cNvSpPr/>
          <p:nvPr/>
        </p:nvSpPr>
        <p:spPr>
          <a:xfrm>
            <a:off x="4823204" y="2866827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turnover and retirements risk knowledge loss</a:t>
            </a:r>
            <a:endParaRPr lang="en-US" sz="680"/>
          </a:p>
        </p:txBody>
      </p:sp>
      <p:sp>
        <p:nvSpPr>
          <p:cNvPr id="89" name="Shape 87"/>
          <p:cNvSpPr/>
          <p:nvPr/>
        </p:nvSpPr>
        <p:spPr>
          <a:xfrm>
            <a:off x="5266853" y="3479841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5244907" y="3457895"/>
            <a:ext cx="1115568" cy="658368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5308915" y="3503615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Model Transformation</a:t>
            </a:r>
            <a:endParaRPr lang="en-US" sz="800"/>
          </a:p>
        </p:txBody>
      </p:sp>
      <p:sp>
        <p:nvSpPr>
          <p:cNvPr id="92" name="Text 90"/>
          <p:cNvSpPr/>
          <p:nvPr/>
        </p:nvSpPr>
        <p:spPr>
          <a:xfrm>
            <a:off x="5308915" y="3750503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→ COE; redesign signals around services</a:t>
            </a:r>
            <a:endParaRPr lang="en-US" sz="680"/>
          </a:p>
        </p:txBody>
      </p:sp>
      <p:sp>
        <p:nvSpPr>
          <p:cNvPr id="93" name="Shape 91"/>
          <p:cNvSpPr/>
          <p:nvPr/>
        </p:nvSpPr>
        <p:spPr>
          <a:xfrm>
            <a:off x="3809720" y="3479841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787774" y="3457895"/>
            <a:ext cx="1115568" cy="658368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851782" y="3503615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Investment Required</a:t>
            </a:r>
            <a:endParaRPr lang="en-US" sz="800"/>
          </a:p>
        </p:txBody>
      </p:sp>
      <p:sp>
        <p:nvSpPr>
          <p:cNvPr id="96" name="Text 94"/>
          <p:cNvSpPr/>
          <p:nvPr/>
        </p:nvSpPr>
        <p:spPr>
          <a:xfrm>
            <a:off x="3851782" y="3750503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investment in learning and experimentation needed</a:t>
            </a:r>
            <a:endParaRPr lang="en-US" sz="680"/>
          </a:p>
        </p:txBody>
      </p:sp>
      <p:sp>
        <p:nvSpPr>
          <p:cNvPr id="97" name="Shape 95"/>
          <p:cNvSpPr/>
          <p:nvPr/>
        </p:nvSpPr>
        <p:spPr>
          <a:xfrm>
            <a:off x="8666830" y="2706624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644884" y="2684678"/>
            <a:ext cx="1115568" cy="658368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8708892" y="2730398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Prioritisation</a:t>
            </a:r>
            <a:endParaRPr lang="en-US" sz="800"/>
          </a:p>
        </p:txBody>
      </p:sp>
      <p:sp>
        <p:nvSpPr>
          <p:cNvPr id="100" name="Text 98"/>
          <p:cNvSpPr/>
          <p:nvPr/>
        </p:nvSpPr>
        <p:spPr>
          <a:xfrm>
            <a:off x="8708892" y="2977286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prioritise ideas? Will funding dry up?</a:t>
            </a:r>
            <a:endParaRPr lang="en-US" sz="680"/>
          </a:p>
        </p:txBody>
      </p:sp>
      <p:sp>
        <p:nvSpPr>
          <p:cNvPr id="101" name="Shape 99"/>
          <p:cNvSpPr/>
          <p:nvPr/>
        </p:nvSpPr>
        <p:spPr>
          <a:xfrm>
            <a:off x="9152540" y="3369381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9130595" y="3347436"/>
            <a:ext cx="1115568" cy="658368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9194603" y="3393156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Direction</a:t>
            </a:r>
            <a:endParaRPr lang="en-US" sz="800"/>
          </a:p>
        </p:txBody>
      </p:sp>
      <p:sp>
        <p:nvSpPr>
          <p:cNvPr id="104" name="Text 102"/>
          <p:cNvSpPr/>
          <p:nvPr/>
        </p:nvSpPr>
        <p:spPr>
          <a:xfrm>
            <a:off x="9194603" y="3640044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shift? Which tools to standardise on?</a:t>
            </a:r>
            <a:endParaRPr lang="en-US" sz="680"/>
          </a:p>
        </p:txBody>
      </p:sp>
      <p:sp>
        <p:nvSpPr>
          <p:cNvPr id="105" name="Shape 103"/>
          <p:cNvSpPr/>
          <p:nvPr/>
        </p:nvSpPr>
        <p:spPr>
          <a:xfrm>
            <a:off x="4133527" y="4805355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4111581" y="4783409"/>
            <a:ext cx="1115568" cy="658368"/>
          </a:xfrm>
          <a:prstGeom prst="rect">
            <a:avLst/>
          </a:prstGeom>
          <a:solidFill>
            <a:srgbClr val="99BFE5"/>
          </a:solidFill>
          <a:ln w="12700">
            <a:solidFill>
              <a:srgbClr val="99BF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175589" y="4829129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Education &amp; Culture</a:t>
            </a:r>
            <a:endParaRPr lang="en-US" sz="800"/>
          </a:p>
        </p:txBody>
      </p:sp>
      <p:sp>
        <p:nvSpPr>
          <p:cNvPr id="108" name="Text 106"/>
          <p:cNvSpPr/>
          <p:nvPr/>
        </p:nvSpPr>
        <p:spPr>
          <a:xfrm>
            <a:off x="4175589" y="5076017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team education needed; scale with proven outcomes</a:t>
            </a:r>
            <a:endParaRPr lang="en-US" sz="680"/>
          </a:p>
        </p:txBody>
      </p:sp>
      <p:sp>
        <p:nvSpPr>
          <p:cNvPr id="109" name="Shape 107"/>
          <p:cNvSpPr/>
          <p:nvPr/>
        </p:nvSpPr>
        <p:spPr>
          <a:xfrm>
            <a:off x="8990637" y="4915814"/>
            <a:ext cx="1115568" cy="658368"/>
          </a:xfrm>
          <a:prstGeom prst="rect">
            <a:avLst/>
          </a:prstGeom>
          <a:solidFill>
            <a:srgbClr val="C0B4AC"/>
          </a:solidFill>
          <a:ln w="12700">
            <a:solidFill>
              <a:srgbClr val="C0B4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8968691" y="4893869"/>
            <a:ext cx="1115568" cy="658368"/>
          </a:xfrm>
          <a:prstGeom prst="rect">
            <a:avLst/>
          </a:prstGeom>
          <a:solidFill>
            <a:srgbClr val="99BFE5"/>
          </a:solidFill>
          <a:ln w="12700">
            <a:solidFill>
              <a:srgbClr val="99BF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9032699" y="4939589"/>
            <a:ext cx="987552" cy="23774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&amp; Process Fit</a:t>
            </a:r>
            <a:endParaRPr lang="en-US" sz="800"/>
          </a:p>
        </p:txBody>
      </p:sp>
      <p:sp>
        <p:nvSpPr>
          <p:cNvPr id="112" name="Text 110"/>
          <p:cNvSpPr/>
          <p:nvPr/>
        </p:nvSpPr>
        <p:spPr>
          <a:xfrm>
            <a:off x="9032699" y="5186477"/>
            <a:ext cx="987552" cy="310896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8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integration, purchase history, team consolidation</a:t>
            </a:r>
            <a:endParaRPr lang="en-US" sz="680"/>
          </a:p>
        </p:txBody>
      </p:sp>
      <p:sp>
        <p:nvSpPr>
          <p:cNvPr id="113" name="Shape 111"/>
          <p:cNvSpPr/>
          <p:nvPr/>
        </p:nvSpPr>
        <p:spPr>
          <a:xfrm>
            <a:off x="2651760" y="6711696"/>
            <a:ext cx="9539935" cy="146304"/>
          </a:xfrm>
          <a:prstGeom prst="rect">
            <a:avLst/>
          </a:prstGeom>
          <a:solidFill>
            <a:srgbClr val="FBCFC8"/>
          </a:solidFill>
          <a:ln w="12700">
            <a:solidFill>
              <a:srgbClr val="FBC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2834640" y="6711696"/>
            <a:ext cx="917417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— Agentic AI Workshop  |  Cloud &amp; Connectivity  |  March 12, 2026</a:t>
            </a:r>
            <a:endParaRPr lang="en-US" sz="650"/>
          </a:p>
        </p:txBody>
      </p:sp>
    </p:spTree>
    <p:extLst>
      <p:ext uri="{BB962C8B-B14F-4D97-AF65-F5344CB8AC3E}">
        <p14:creationId xmlns:p14="http://schemas.microsoft.com/office/powerpoint/2010/main" val="1693182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78100" cy="6858000"/>
          </a:xfrm>
          <a:prstGeom prst="rect">
            <a:avLst/>
          </a:prstGeom>
          <a:solidFill>
            <a:srgbClr val="511207"/>
          </a:solidFill>
          <a:ln w="12700">
            <a:solidFill>
              <a:srgbClr val="5112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2400" y="127000"/>
            <a:ext cx="23749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</a:t>
            </a:r>
            <a:endParaRPr lang="en-US" sz="800"/>
          </a:p>
          <a:p>
            <a:pPr marL="0" indent="0" algn="l">
              <a:buNone/>
            </a:pPr>
            <a:r>
              <a:rPr lang="en-US" sz="800" b="1" kern="0" spc="300">
                <a:solidFill>
                  <a:srgbClr val="E12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800"/>
          </a:p>
        </p:txBody>
      </p:sp>
      <p:sp>
        <p:nvSpPr>
          <p:cNvPr id="5" name="Text 3"/>
          <p:cNvSpPr/>
          <p:nvPr/>
        </p:nvSpPr>
        <p:spPr>
          <a:xfrm>
            <a:off x="152400" y="660400"/>
            <a:ext cx="2374900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Prioritization Grid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152400" y="1346200"/>
            <a:ext cx="2286000" cy="2286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400" y="1409700"/>
            <a:ext cx="23749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FB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ideas evaluated on Importance and Feasibility. Position reflects what was stated in the workshop — not synthesised.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152400" y="2260600"/>
            <a:ext cx="2286000" cy="2286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2400" y="23241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ZONES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152400" y="2578100"/>
            <a:ext cx="146304" cy="384048"/>
          </a:xfrm>
          <a:prstGeom prst="rect">
            <a:avLst/>
          </a:prstGeom>
          <a:solidFill>
            <a:srgbClr val="144B2D"/>
          </a:solidFill>
          <a:ln w="12700">
            <a:solidFill>
              <a:srgbClr val="144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8300" y="2578100"/>
            <a:ext cx="2066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No-Brainers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368300" y="2755900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importance + easy. Start here.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52400" y="3048000"/>
            <a:ext cx="146304" cy="384048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8300" y="3048000"/>
            <a:ext cx="2066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Bets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368300" y="3225800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importance + hard. Plan carefully.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152400" y="3517900"/>
            <a:ext cx="146304" cy="384048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8300" y="3517900"/>
            <a:ext cx="2066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368300" y="3695700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importance + easy. Quick wins.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152400" y="3987800"/>
            <a:ext cx="146304" cy="38404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8300" y="3987800"/>
            <a:ext cx="20665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Unwise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368300" y="4165600"/>
            <a:ext cx="20665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importance + hard. Deprioritise.</a:t>
            </a:r>
            <a:endParaRPr lang="en-US" sz="750"/>
          </a:p>
        </p:txBody>
      </p:sp>
      <p:sp>
        <p:nvSpPr>
          <p:cNvPr id="22" name="Shape 20"/>
          <p:cNvSpPr/>
          <p:nvPr/>
        </p:nvSpPr>
        <p:spPr>
          <a:xfrm>
            <a:off x="152400" y="4470400"/>
            <a:ext cx="2286000" cy="22860"/>
          </a:xfrm>
          <a:prstGeom prst="rect">
            <a:avLst/>
          </a:prstGeom>
          <a:solidFill>
            <a:srgbClr val="E1251B"/>
          </a:solidFill>
          <a:ln w="12700">
            <a:solidFill>
              <a:srgbClr val="E125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2400" y="4559300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first. </a:t>
            </a:r>
            <a:r>
              <a:rPr lang="en-US" sz="80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default to only what is feasible.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152400" y="5067300"/>
            <a:ext cx="23042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No-Brainers are easy wins — </a:t>
            </a:r>
            <a:r>
              <a:rPr lang="en-US" sz="800">
                <a:solidFill>
                  <a:srgbClr val="FBCF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energy on Big Bets and Utilities.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237744" y="6601968"/>
            <a:ext cx="23042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 ·  March 12, 2026</a:t>
            </a:r>
            <a:endParaRPr lang="en-US" sz="700"/>
          </a:p>
        </p:txBody>
      </p:sp>
      <p:sp>
        <p:nvSpPr>
          <p:cNvPr id="26" name="Shape 24"/>
          <p:cNvSpPr/>
          <p:nvPr/>
        </p:nvSpPr>
        <p:spPr>
          <a:xfrm>
            <a:off x="2651760" y="0"/>
            <a:ext cx="9539935" cy="384048"/>
          </a:xfrm>
          <a:prstGeom prst="rect">
            <a:avLst/>
          </a:prstGeom>
          <a:solidFill>
            <a:srgbClr val="FBCFC8"/>
          </a:solidFill>
          <a:ln w="12700">
            <a:solidFill>
              <a:srgbClr val="FBC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34640" y="0"/>
            <a:ext cx="91741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Output:  Prioritization Grid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2651760" y="0"/>
            <a:ext cx="93570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©2026 Eli Lilly and Company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3108960" y="6345936"/>
            <a:ext cx="0" cy="0"/>
          </a:xfrm>
          <a:prstGeom prst="line">
            <a:avLst/>
          </a:prstGeom>
          <a:noFill/>
          <a:ln w="25400">
            <a:solidFill>
              <a:srgbClr val="511207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108960" y="6345936"/>
            <a:ext cx="8918143" cy="0"/>
          </a:xfrm>
          <a:prstGeom prst="line">
            <a:avLst/>
          </a:prstGeom>
          <a:noFill/>
          <a:ln w="25400">
            <a:solidFill>
              <a:srgbClr val="511207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108960" y="6400800"/>
            <a:ext cx="31213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5112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Difficult / Expensive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5070952" y="6400800"/>
            <a:ext cx="499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200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FOR US</a:t>
            </a:r>
            <a:endParaRPr lang="en-US" sz="950"/>
          </a:p>
        </p:txBody>
      </p:sp>
      <p:sp>
        <p:nvSpPr>
          <p:cNvPr id="42" name="Text 40"/>
          <p:cNvSpPr/>
          <p:nvPr/>
        </p:nvSpPr>
        <p:spPr>
          <a:xfrm>
            <a:off x="8905753" y="6400800"/>
            <a:ext cx="31213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51120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Easy / Cheap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2688336" y="5120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2688336" y="60899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 rot="16200000">
            <a:off x="1400746" y="3282696"/>
            <a:ext cx="2935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TO OUR USER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3218688" y="566928"/>
            <a:ext cx="2675443" cy="512064"/>
          </a:xfrm>
          <a:prstGeom prst="roundRect">
            <a:avLst>
              <a:gd name="adj" fmla="val 21429"/>
            </a:avLst>
          </a:prstGeom>
          <a:solidFill>
            <a:srgbClr val="F58E7D">
              <a:alpha val="18000"/>
            </a:srgbClr>
          </a:solidFill>
          <a:ln w="1905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18688" y="566928"/>
            <a:ext cx="2675443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58E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BIG BETS</a:t>
            </a:r>
            <a:endParaRPr lang="en-US" sz="1800"/>
          </a:p>
        </p:txBody>
      </p:sp>
      <p:sp>
        <p:nvSpPr>
          <p:cNvPr id="48" name="Shape 46"/>
          <p:cNvSpPr/>
          <p:nvPr/>
        </p:nvSpPr>
        <p:spPr>
          <a:xfrm>
            <a:off x="9296796" y="566928"/>
            <a:ext cx="2853806" cy="512064"/>
          </a:xfrm>
          <a:prstGeom prst="roundRect">
            <a:avLst>
              <a:gd name="adj" fmla="val 21429"/>
            </a:avLst>
          </a:prstGeom>
          <a:solidFill>
            <a:srgbClr val="144B2D">
              <a:alpha val="18000"/>
            </a:srgbClr>
          </a:solidFill>
          <a:ln w="19050">
            <a:solidFill>
              <a:srgbClr val="144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296796" y="566928"/>
            <a:ext cx="285380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44B2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NO-BRAINERS</a:t>
            </a:r>
            <a:endParaRPr lang="en-US" sz="1800"/>
          </a:p>
        </p:txBody>
      </p:sp>
      <p:sp>
        <p:nvSpPr>
          <p:cNvPr id="50" name="Shape 48"/>
          <p:cNvSpPr/>
          <p:nvPr/>
        </p:nvSpPr>
        <p:spPr>
          <a:xfrm>
            <a:off x="3218688" y="5724144"/>
            <a:ext cx="2140354" cy="512064"/>
          </a:xfrm>
          <a:prstGeom prst="roundRect">
            <a:avLst>
              <a:gd name="adj" fmla="val 21429"/>
            </a:avLst>
          </a:prstGeom>
          <a:solidFill>
            <a:srgbClr val="AAAAAA">
              <a:alpha val="18000"/>
            </a:srgbClr>
          </a:solidFill>
          <a:ln w="190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18688" y="5724144"/>
            <a:ext cx="214035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UNWISE</a:t>
            </a:r>
            <a:endParaRPr lang="en-US" sz="1800"/>
          </a:p>
        </p:txBody>
      </p:sp>
      <p:sp>
        <p:nvSpPr>
          <p:cNvPr id="52" name="Shape 50"/>
          <p:cNvSpPr/>
          <p:nvPr/>
        </p:nvSpPr>
        <p:spPr>
          <a:xfrm>
            <a:off x="9708386" y="5724144"/>
            <a:ext cx="2318717" cy="512064"/>
          </a:xfrm>
          <a:prstGeom prst="roundRect">
            <a:avLst>
              <a:gd name="adj" fmla="val 21429"/>
            </a:avLst>
          </a:prstGeom>
          <a:solidFill>
            <a:srgbClr val="99BFE5">
              <a:alpha val="18000"/>
            </a:srgbClr>
          </a:solidFill>
          <a:ln w="19050">
            <a:solidFill>
              <a:srgbClr val="0F3A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708386" y="5724144"/>
            <a:ext cx="231871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3A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UTILITIES</a:t>
            </a:r>
            <a:endParaRPr lang="en-US" sz="1800"/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E227683F-F8E7-3A8E-0A13-549501E83AA7}"/>
              </a:ext>
            </a:extLst>
          </p:cNvPr>
          <p:cNvSpPr/>
          <p:nvPr/>
        </p:nvSpPr>
        <p:spPr>
          <a:xfrm>
            <a:off x="7410755" y="1079500"/>
            <a:ext cx="21946" cy="4648200"/>
          </a:xfrm>
          <a:prstGeom prst="rect">
            <a:avLst/>
          </a:prstGeom>
          <a:solidFill>
            <a:srgbClr val="C0B8B2"/>
          </a:solidFill>
          <a:ln w="12700">
            <a:solidFill>
              <a:srgbClr val="C0B8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31">
            <a:extLst>
              <a:ext uri="{FF2B5EF4-FFF2-40B4-BE49-F238E27FC236}">
                <a16:creationId xmlns:a16="http://schemas.microsoft.com/office/drawing/2014/main" id="{414D172D-01D2-FABA-632E-A4D6302AA937}"/>
              </a:ext>
            </a:extLst>
          </p:cNvPr>
          <p:cNvSpPr/>
          <p:nvPr/>
        </p:nvSpPr>
        <p:spPr>
          <a:xfrm>
            <a:off x="3073400" y="3555187"/>
            <a:ext cx="8953500" cy="21946"/>
          </a:xfrm>
          <a:prstGeom prst="rect">
            <a:avLst/>
          </a:prstGeom>
          <a:solidFill>
            <a:srgbClr val="C0B8B2"/>
          </a:solidFill>
          <a:ln w="12700">
            <a:solidFill>
              <a:srgbClr val="C0B8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72579" y="1153973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552462" y="1133856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616470" y="1179576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Unified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 Fabric</a:t>
            </a:r>
            <a:endParaRPr lang="en-US" sz="700"/>
          </a:p>
        </p:txBody>
      </p:sp>
      <p:sp>
        <p:nvSpPr>
          <p:cNvPr id="57" name="Shape 55"/>
          <p:cNvSpPr/>
          <p:nvPr/>
        </p:nvSpPr>
        <p:spPr>
          <a:xfrm>
            <a:off x="7835622" y="1153973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815505" y="1133856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879513" y="1179576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Upskilling Teams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(Process Mapping &amp; Agents)</a:t>
            </a:r>
            <a:endParaRPr lang="en-US" sz="700"/>
          </a:p>
        </p:txBody>
      </p:sp>
      <p:sp>
        <p:nvSpPr>
          <p:cNvPr id="60" name="Shape 58"/>
          <p:cNvSpPr/>
          <p:nvPr/>
        </p:nvSpPr>
        <p:spPr>
          <a:xfrm>
            <a:off x="6918204" y="1153973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898087" y="1133856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962095" y="1179576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Model</a:t>
            </a:r>
            <a:endParaRPr lang="en-US" sz="700"/>
          </a:p>
        </p:txBody>
      </p:sp>
      <p:sp>
        <p:nvSpPr>
          <p:cNvPr id="63" name="Shape 61"/>
          <p:cNvSpPr/>
          <p:nvPr/>
        </p:nvSpPr>
        <p:spPr>
          <a:xfrm>
            <a:off x="7549725" y="1627266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529609" y="1607149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593617" y="1652869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700"/>
          </a:p>
        </p:txBody>
      </p:sp>
      <p:sp>
        <p:nvSpPr>
          <p:cNvPr id="66" name="Shape 64"/>
          <p:cNvSpPr/>
          <p:nvPr/>
        </p:nvSpPr>
        <p:spPr>
          <a:xfrm>
            <a:off x="6602443" y="1606052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582327" y="1585935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646335" y="1631655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Complementing Agents</a:t>
            </a:r>
            <a:endParaRPr lang="en-US" sz="700"/>
          </a:p>
        </p:txBody>
      </p:sp>
      <p:sp>
        <p:nvSpPr>
          <p:cNvPr id="69" name="Shape 67"/>
          <p:cNvSpPr/>
          <p:nvPr/>
        </p:nvSpPr>
        <p:spPr>
          <a:xfrm>
            <a:off x="6286683" y="1153973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266566" y="1133856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330574" y="1179576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&amp;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Ops</a:t>
            </a:r>
            <a:endParaRPr lang="en-US" sz="700"/>
          </a:p>
        </p:txBody>
      </p:sp>
      <p:sp>
        <p:nvSpPr>
          <p:cNvPr id="72" name="Shape 70"/>
          <p:cNvSpPr/>
          <p:nvPr/>
        </p:nvSpPr>
        <p:spPr>
          <a:xfrm>
            <a:off x="8498144" y="1648645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478027" y="1628528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542035" y="167424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Self-Service</a:t>
            </a:r>
            <a:endParaRPr lang="en-US" sz="700"/>
          </a:p>
        </p:txBody>
      </p:sp>
      <p:sp>
        <p:nvSpPr>
          <p:cNvPr id="75" name="Shape 73"/>
          <p:cNvSpPr/>
          <p:nvPr/>
        </p:nvSpPr>
        <p:spPr>
          <a:xfrm>
            <a:off x="7391845" y="2182490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7371728" y="2162373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435736" y="2208093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Cloud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(IaC / DevEx)</a:t>
            </a:r>
            <a:endParaRPr lang="en-US" sz="700"/>
          </a:p>
        </p:txBody>
      </p:sp>
      <p:sp>
        <p:nvSpPr>
          <p:cNvPr id="78" name="Shape 76"/>
          <p:cNvSpPr/>
          <p:nvPr/>
        </p:nvSpPr>
        <p:spPr>
          <a:xfrm>
            <a:off x="4520135" y="1243218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500018" y="1223101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564026" y="1268821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Cleansing Agent</a:t>
            </a:r>
            <a:endParaRPr lang="en-US" sz="700"/>
          </a:p>
        </p:txBody>
      </p:sp>
      <p:sp>
        <p:nvSpPr>
          <p:cNvPr id="82" name="Shape 80"/>
          <p:cNvSpPr/>
          <p:nvPr/>
        </p:nvSpPr>
        <p:spPr>
          <a:xfrm>
            <a:off x="3573704" y="1075700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638571" y="1109081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Unified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Monitoring</a:t>
            </a:r>
            <a:endParaRPr lang="en-US" sz="700"/>
          </a:p>
        </p:txBody>
      </p:sp>
      <p:sp>
        <p:nvSpPr>
          <p:cNvPr id="84" name="Shape 82"/>
          <p:cNvSpPr/>
          <p:nvPr/>
        </p:nvSpPr>
        <p:spPr>
          <a:xfrm>
            <a:off x="5377824" y="1153973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357707" y="1133856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421715" y="1179576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Agents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(Config Drift Correction)</a:t>
            </a:r>
            <a:endParaRPr lang="en-US" sz="700"/>
          </a:p>
        </p:txBody>
      </p:sp>
      <p:sp>
        <p:nvSpPr>
          <p:cNvPr id="87" name="Shape 85"/>
          <p:cNvSpPr/>
          <p:nvPr/>
        </p:nvSpPr>
        <p:spPr>
          <a:xfrm>
            <a:off x="6918204" y="1153973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898087" y="1133856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962095" y="1179576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Agent</a:t>
            </a:r>
            <a:endParaRPr lang="en-US" sz="700"/>
          </a:p>
        </p:txBody>
      </p:sp>
      <p:sp>
        <p:nvSpPr>
          <p:cNvPr id="90" name="Shape 88"/>
          <p:cNvSpPr/>
          <p:nvPr/>
        </p:nvSpPr>
        <p:spPr>
          <a:xfrm>
            <a:off x="5655162" y="1606052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5635045" y="1585935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699053" y="1631655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Detection Time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(Service-Centric Signals)</a:t>
            </a:r>
            <a:endParaRPr lang="en-US" sz="700"/>
          </a:p>
        </p:txBody>
      </p:sp>
      <p:sp>
        <p:nvSpPr>
          <p:cNvPr id="93" name="Shape 91"/>
          <p:cNvSpPr/>
          <p:nvPr/>
        </p:nvSpPr>
        <p:spPr>
          <a:xfrm>
            <a:off x="9888066" y="1153973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9867949" y="1133856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9931957" y="1179576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Purchasing Requests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Single System</a:t>
            </a:r>
            <a:endParaRPr lang="en-US" sz="700"/>
          </a:p>
        </p:txBody>
      </p:sp>
      <p:sp>
        <p:nvSpPr>
          <p:cNvPr id="96" name="Shape 94"/>
          <p:cNvSpPr/>
          <p:nvPr/>
        </p:nvSpPr>
        <p:spPr>
          <a:xfrm>
            <a:off x="9444289" y="1627266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9424172" y="1607149"/>
            <a:ext cx="1024128" cy="530352"/>
          </a:xfrm>
          <a:prstGeom prst="rect">
            <a:avLst/>
          </a:prstGeom>
          <a:solidFill>
            <a:srgbClr val="F58E7D"/>
          </a:solidFill>
          <a:ln w="12700">
            <a:solidFill>
              <a:srgbClr val="F58E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9488180" y="1652869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 as Automation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Generators</a:t>
            </a:r>
            <a:endParaRPr lang="en-US" sz="700"/>
          </a:p>
        </p:txBody>
      </p:sp>
      <p:sp>
        <p:nvSpPr>
          <p:cNvPr id="99" name="Shape 97"/>
          <p:cNvSpPr/>
          <p:nvPr/>
        </p:nvSpPr>
        <p:spPr>
          <a:xfrm>
            <a:off x="8467143" y="2418039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447026" y="2397923"/>
            <a:ext cx="1024128" cy="530352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8511034" y="2443643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Assessment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700"/>
          </a:p>
        </p:txBody>
      </p:sp>
      <p:sp>
        <p:nvSpPr>
          <p:cNvPr id="102" name="Shape 100"/>
          <p:cNvSpPr/>
          <p:nvPr/>
        </p:nvSpPr>
        <p:spPr>
          <a:xfrm>
            <a:off x="9888066" y="3592860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867949" y="3572744"/>
            <a:ext cx="1024128" cy="530352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9931957" y="3618464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Patching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Exemption Agent</a:t>
            </a:r>
            <a:endParaRPr lang="en-US" sz="700"/>
          </a:p>
        </p:txBody>
      </p:sp>
      <p:sp>
        <p:nvSpPr>
          <p:cNvPr id="105" name="Shape 103"/>
          <p:cNvSpPr/>
          <p:nvPr/>
        </p:nvSpPr>
        <p:spPr>
          <a:xfrm>
            <a:off x="6888340" y="3379257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6868223" y="3359140"/>
            <a:ext cx="1024128" cy="530352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6932231" y="3404860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Docs &amp;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Agents</a:t>
            </a:r>
            <a:endParaRPr lang="en-US" sz="700"/>
          </a:p>
        </p:txBody>
      </p:sp>
      <p:sp>
        <p:nvSpPr>
          <p:cNvPr id="108" name="Shape 106"/>
          <p:cNvSpPr/>
          <p:nvPr/>
        </p:nvSpPr>
        <p:spPr>
          <a:xfrm>
            <a:off x="7805757" y="3592860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7785641" y="3572744"/>
            <a:ext cx="1024128" cy="530352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7849649" y="3618464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Job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Agent</a:t>
            </a:r>
            <a:endParaRPr lang="en-US" sz="700"/>
          </a:p>
        </p:txBody>
      </p:sp>
      <p:sp>
        <p:nvSpPr>
          <p:cNvPr id="111" name="Shape 109"/>
          <p:cNvSpPr/>
          <p:nvPr/>
        </p:nvSpPr>
        <p:spPr>
          <a:xfrm>
            <a:off x="5783178" y="3272455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763061" y="3252338"/>
            <a:ext cx="1024128" cy="530352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827069" y="329805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Monitoring →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Response COE</a:t>
            </a:r>
            <a:endParaRPr lang="en-US" sz="700"/>
          </a:p>
        </p:txBody>
      </p:sp>
      <p:sp>
        <p:nvSpPr>
          <p:cNvPr id="114" name="Shape 112"/>
          <p:cNvSpPr/>
          <p:nvPr/>
        </p:nvSpPr>
        <p:spPr>
          <a:xfrm>
            <a:off x="4362255" y="3806464"/>
            <a:ext cx="1024128" cy="530352"/>
          </a:xfrm>
          <a:prstGeom prst="rect">
            <a:avLst/>
          </a:prstGeom>
          <a:solidFill>
            <a:srgbClr val="B8AEA6"/>
          </a:solidFill>
          <a:ln w="12700">
            <a:solidFill>
              <a:srgbClr val="B8AE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4342138" y="3786348"/>
            <a:ext cx="1024128" cy="530352"/>
          </a:xfrm>
          <a:prstGeom prst="rect">
            <a:avLst/>
          </a:prstGeom>
          <a:solidFill>
            <a:srgbClr val="FFC709"/>
          </a:solidFill>
          <a:ln w="12700">
            <a:solidFill>
              <a:srgbClr val="FFC7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4406146" y="3832068"/>
            <a:ext cx="896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 via Agents</a:t>
            </a:r>
            <a:endParaRPr lang="en-US" sz="700"/>
          </a:p>
          <a:p>
            <a:pPr marL="0" indent="0" algn="l">
              <a:buNone/>
            </a:pPr>
            <a:r>
              <a:rPr lang="en-US" sz="70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Device Login)</a:t>
            </a:r>
            <a:endParaRPr lang="en-US" sz="700"/>
          </a:p>
        </p:txBody>
      </p:sp>
      <p:sp>
        <p:nvSpPr>
          <p:cNvPr id="117" name="Shape 115"/>
          <p:cNvSpPr/>
          <p:nvPr/>
        </p:nvSpPr>
        <p:spPr>
          <a:xfrm>
            <a:off x="2651760" y="6711696"/>
            <a:ext cx="9539935" cy="146304"/>
          </a:xfrm>
          <a:prstGeom prst="rect">
            <a:avLst/>
          </a:prstGeom>
          <a:solidFill>
            <a:srgbClr val="FBCFC8"/>
          </a:solidFill>
          <a:ln w="12700">
            <a:solidFill>
              <a:srgbClr val="FBC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2834640" y="6711696"/>
            <a:ext cx="917417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511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Thinking — Agentic AI Workshop  |  Cloud &amp; Connectivity  |  March 12, 2026</a:t>
            </a:r>
            <a:endParaRPr lang="en-US" sz="650"/>
          </a:p>
        </p:txBody>
      </p:sp>
    </p:spTree>
    <p:extLst>
      <p:ext uri="{BB962C8B-B14F-4D97-AF65-F5344CB8AC3E}">
        <p14:creationId xmlns:p14="http://schemas.microsoft.com/office/powerpoint/2010/main" val="3256463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6100"/>
          </a:xfrm>
          <a:prstGeom prst="rect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254000" y="0"/>
            <a:ext cx="11684000" cy="5461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FFFFFF"/>
                </a:solidFill>
                <a:latin typeface="Arial Black"/>
              </a:rPr>
              <a:t>Experience-Based Roadmap for Top Themes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596900"/>
            <a:ext cx="11277600" cy="2794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i="1">
                <a:solidFill>
                  <a:srgbClr val="555555"/>
                </a:solidFill>
                <a:latin typeface="Arial"/>
              </a:rPr>
              <a:t>Phased roadmap of prioritized experience improvements identified through the Design Thinking Workshop.</a:t>
            </a:r>
          </a:p>
        </p:txBody>
      </p:sp>
      <p:sp>
        <p:nvSpPr>
          <p:cNvPr id="5" name="Shape 3"/>
          <p:cNvSpPr/>
          <p:nvPr/>
        </p:nvSpPr>
        <p:spPr>
          <a:xfrm>
            <a:off x="341376" y="949960"/>
            <a:ext cx="3730752" cy="670560"/>
          </a:xfrm>
          <a:prstGeom prst="rect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463296" y="94996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133">
                <a:solidFill>
                  <a:srgbClr val="FFFFFF"/>
                </a:solidFill>
                <a:latin typeface="Arial Black"/>
              </a:rPr>
              <a:t>NEAR-TERM</a:t>
            </a:r>
          </a:p>
        </p:txBody>
      </p:sp>
      <p:sp>
        <p:nvSpPr>
          <p:cNvPr id="7" name="Text 5"/>
          <p:cNvSpPr/>
          <p:nvPr/>
        </p:nvSpPr>
        <p:spPr>
          <a:xfrm>
            <a:off x="463296" y="1291336"/>
            <a:ext cx="3535680" cy="304800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>
                <a:solidFill>
                  <a:srgbClr val="FFFFFF"/>
                </a:solidFill>
                <a:latin typeface="Calibri"/>
              </a:rPr>
              <a:t>0 – 3 months</a:t>
            </a:r>
          </a:p>
        </p:txBody>
      </p:sp>
      <p:sp>
        <p:nvSpPr>
          <p:cNvPr id="8" name="Shape 6"/>
          <p:cNvSpPr/>
          <p:nvPr/>
        </p:nvSpPr>
        <p:spPr>
          <a:xfrm>
            <a:off x="341376" y="1620520"/>
            <a:ext cx="3730752" cy="4787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9" name="Shape 7"/>
          <p:cNvSpPr/>
          <p:nvPr/>
        </p:nvSpPr>
        <p:spPr>
          <a:xfrm>
            <a:off x="487680" y="1816100"/>
            <a:ext cx="170688" cy="170688"/>
          </a:xfrm>
          <a:prstGeom prst="ellipse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0" name="Text 8"/>
          <p:cNvSpPr/>
          <p:nvPr/>
        </p:nvSpPr>
        <p:spPr>
          <a:xfrm>
            <a:off x="731520" y="1739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CMDB Refresh &amp; Unified Inventory</a:t>
            </a:r>
          </a:p>
        </p:txBody>
      </p:sp>
      <p:sp>
        <p:nvSpPr>
          <p:cNvPr id="11" name="Shape 9"/>
          <p:cNvSpPr/>
          <p:nvPr/>
        </p:nvSpPr>
        <p:spPr>
          <a:xfrm>
            <a:off x="487680" y="2387600"/>
            <a:ext cx="170688" cy="170688"/>
          </a:xfrm>
          <a:prstGeom prst="ellipse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2" name="Text 10"/>
          <p:cNvSpPr/>
          <p:nvPr/>
        </p:nvSpPr>
        <p:spPr>
          <a:xfrm>
            <a:off x="731520" y="2311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Service Health &amp; Monitoring Signals</a:t>
            </a:r>
          </a:p>
        </p:txBody>
      </p:sp>
      <p:sp>
        <p:nvSpPr>
          <p:cNvPr id="13" name="Shape 11"/>
          <p:cNvSpPr/>
          <p:nvPr/>
        </p:nvSpPr>
        <p:spPr>
          <a:xfrm>
            <a:off x="487680" y="2959100"/>
            <a:ext cx="170688" cy="170688"/>
          </a:xfrm>
          <a:prstGeom prst="ellipse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4" name="Text 12"/>
          <p:cNvSpPr/>
          <p:nvPr/>
        </p:nvSpPr>
        <p:spPr>
          <a:xfrm>
            <a:off x="731520" y="2882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Single Purchase/Capital Intake System</a:t>
            </a:r>
          </a:p>
        </p:txBody>
      </p:sp>
      <p:sp>
        <p:nvSpPr>
          <p:cNvPr id="15" name="Shape 13"/>
          <p:cNvSpPr/>
          <p:nvPr/>
        </p:nvSpPr>
        <p:spPr>
          <a:xfrm>
            <a:off x="487680" y="3530600"/>
            <a:ext cx="170688" cy="170688"/>
          </a:xfrm>
          <a:prstGeom prst="ellipse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6" name="Text 14"/>
          <p:cNvSpPr/>
          <p:nvPr/>
        </p:nvSpPr>
        <p:spPr>
          <a:xfrm>
            <a:off x="731520" y="3454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After-Action Reviews as Automation Backlog</a:t>
            </a:r>
          </a:p>
        </p:txBody>
      </p:sp>
      <p:sp>
        <p:nvSpPr>
          <p:cNvPr id="17" name="Shape 15"/>
          <p:cNvSpPr/>
          <p:nvPr/>
        </p:nvSpPr>
        <p:spPr>
          <a:xfrm>
            <a:off x="487680" y="4102100"/>
            <a:ext cx="170688" cy="170688"/>
          </a:xfrm>
          <a:prstGeom prst="ellipse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8" name="Text 16"/>
          <p:cNvSpPr/>
          <p:nvPr/>
        </p:nvSpPr>
        <p:spPr>
          <a:xfrm>
            <a:off x="731520" y="4025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Incident Correlation to Failed Changes</a:t>
            </a:r>
          </a:p>
        </p:txBody>
      </p:sp>
      <p:sp>
        <p:nvSpPr>
          <p:cNvPr id="19" name="Shape 17"/>
          <p:cNvSpPr/>
          <p:nvPr/>
        </p:nvSpPr>
        <p:spPr>
          <a:xfrm>
            <a:off x="487680" y="4673600"/>
            <a:ext cx="170688" cy="170688"/>
          </a:xfrm>
          <a:prstGeom prst="ellipse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731520" y="4597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Upskilling &amp; Agentic AI Roadmap Definition</a:t>
            </a:r>
          </a:p>
        </p:txBody>
      </p:sp>
      <p:sp>
        <p:nvSpPr>
          <p:cNvPr id="21" name="Shape 19"/>
          <p:cNvSpPr/>
          <p:nvPr/>
        </p:nvSpPr>
        <p:spPr>
          <a:xfrm>
            <a:off x="487680" y="5245100"/>
            <a:ext cx="170688" cy="170688"/>
          </a:xfrm>
          <a:prstGeom prst="ellipse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2" name="Text 20"/>
          <p:cNvSpPr/>
          <p:nvPr/>
        </p:nvSpPr>
        <p:spPr>
          <a:xfrm>
            <a:off x="731520" y="5168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Developer Experience for Cloud Full-Stack</a:t>
            </a:r>
          </a:p>
        </p:txBody>
      </p:sp>
      <p:sp>
        <p:nvSpPr>
          <p:cNvPr id="23" name="Shape 21"/>
          <p:cNvSpPr/>
          <p:nvPr/>
        </p:nvSpPr>
        <p:spPr>
          <a:xfrm>
            <a:off x="487680" y="5816600"/>
            <a:ext cx="170688" cy="170688"/>
          </a:xfrm>
          <a:prstGeom prst="ellipse">
            <a:avLst/>
          </a:prstGeom>
          <a:solidFill>
            <a:srgbClr val="8B0000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4" name="Text 22"/>
          <p:cNvSpPr/>
          <p:nvPr/>
        </p:nvSpPr>
        <p:spPr>
          <a:xfrm>
            <a:off x="731520" y="5740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Unified AIOps Integration (EC + Cloud)</a:t>
            </a:r>
          </a:p>
        </p:txBody>
      </p:sp>
      <p:sp>
        <p:nvSpPr>
          <p:cNvPr id="25" name="Shape 23"/>
          <p:cNvSpPr/>
          <p:nvPr/>
        </p:nvSpPr>
        <p:spPr>
          <a:xfrm>
            <a:off x="4267200" y="949960"/>
            <a:ext cx="3730752" cy="670560"/>
          </a:xfrm>
          <a:prstGeom prst="rect">
            <a:avLst/>
          </a:prstGeom>
          <a:solidFill>
            <a:srgbClr val="1A4F8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6" name="Text 24"/>
          <p:cNvSpPr/>
          <p:nvPr/>
        </p:nvSpPr>
        <p:spPr>
          <a:xfrm>
            <a:off x="4389120" y="94996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133">
                <a:solidFill>
                  <a:srgbClr val="FFFFFF"/>
                </a:solidFill>
                <a:latin typeface="Arial Black"/>
              </a:rPr>
              <a:t>MID-TERM</a:t>
            </a:r>
          </a:p>
        </p:txBody>
      </p:sp>
      <p:sp>
        <p:nvSpPr>
          <p:cNvPr id="27" name="Text 25"/>
          <p:cNvSpPr/>
          <p:nvPr/>
        </p:nvSpPr>
        <p:spPr>
          <a:xfrm>
            <a:off x="4389120" y="1291336"/>
            <a:ext cx="3535680" cy="304800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>
                <a:solidFill>
                  <a:srgbClr val="FFFFFF"/>
                </a:solidFill>
                <a:latin typeface="Calibri"/>
              </a:rPr>
              <a:t>3 – 6 months</a:t>
            </a:r>
          </a:p>
        </p:txBody>
      </p:sp>
      <p:sp>
        <p:nvSpPr>
          <p:cNvPr id="28" name="Shape 26"/>
          <p:cNvSpPr/>
          <p:nvPr/>
        </p:nvSpPr>
        <p:spPr>
          <a:xfrm>
            <a:off x="4267200" y="1620520"/>
            <a:ext cx="3730752" cy="478790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9" name="Shape 27"/>
          <p:cNvSpPr/>
          <p:nvPr/>
        </p:nvSpPr>
        <p:spPr>
          <a:xfrm>
            <a:off x="4413504" y="1816100"/>
            <a:ext cx="170688" cy="170688"/>
          </a:xfrm>
          <a:prstGeom prst="ellipse">
            <a:avLst/>
          </a:prstGeom>
          <a:solidFill>
            <a:srgbClr val="1A4F8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0" name="Text 28"/>
          <p:cNvSpPr/>
          <p:nvPr/>
        </p:nvSpPr>
        <p:spPr>
          <a:xfrm>
            <a:off x="4657344" y="1739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Role-Based Complementing Agents (C&amp;C)</a:t>
            </a:r>
          </a:p>
        </p:txBody>
      </p:sp>
      <p:sp>
        <p:nvSpPr>
          <p:cNvPr id="31" name="Shape 29"/>
          <p:cNvSpPr/>
          <p:nvPr/>
        </p:nvSpPr>
        <p:spPr>
          <a:xfrm>
            <a:off x="4413504" y="2387600"/>
            <a:ext cx="170688" cy="170688"/>
          </a:xfrm>
          <a:prstGeom prst="ellipse">
            <a:avLst/>
          </a:prstGeom>
          <a:solidFill>
            <a:srgbClr val="1A4F8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2" name="Text 30"/>
          <p:cNvSpPr/>
          <p:nvPr/>
        </p:nvSpPr>
        <p:spPr>
          <a:xfrm>
            <a:off x="4657344" y="2311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Chat-Driven Cloud Provisioning</a:t>
            </a:r>
          </a:p>
        </p:txBody>
      </p:sp>
      <p:sp>
        <p:nvSpPr>
          <p:cNvPr id="33" name="Shape 31"/>
          <p:cNvSpPr/>
          <p:nvPr/>
        </p:nvSpPr>
        <p:spPr>
          <a:xfrm>
            <a:off x="4413504" y="2959100"/>
            <a:ext cx="170688" cy="170688"/>
          </a:xfrm>
          <a:prstGeom prst="ellipse">
            <a:avLst/>
          </a:prstGeom>
          <a:solidFill>
            <a:srgbClr val="1A4F8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4" name="Text 32"/>
          <p:cNvSpPr/>
          <p:nvPr/>
        </p:nvSpPr>
        <p:spPr>
          <a:xfrm>
            <a:off x="4657344" y="2882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Config Drift Detection &amp; Correction</a:t>
            </a:r>
          </a:p>
        </p:txBody>
      </p:sp>
      <p:sp>
        <p:nvSpPr>
          <p:cNvPr id="35" name="Shape 33"/>
          <p:cNvSpPr/>
          <p:nvPr/>
        </p:nvSpPr>
        <p:spPr>
          <a:xfrm>
            <a:off x="4413504" y="3530600"/>
            <a:ext cx="170688" cy="170688"/>
          </a:xfrm>
          <a:prstGeom prst="ellipse">
            <a:avLst/>
          </a:prstGeom>
          <a:solidFill>
            <a:srgbClr val="1A4F8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6" name="Text 34"/>
          <p:cNvSpPr/>
          <p:nvPr/>
        </p:nvSpPr>
        <p:spPr>
          <a:xfrm>
            <a:off x="4657344" y="3454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Financial System for Capital Close-Out</a:t>
            </a:r>
          </a:p>
        </p:txBody>
      </p:sp>
      <p:sp>
        <p:nvSpPr>
          <p:cNvPr id="37" name="Shape 35"/>
          <p:cNvSpPr/>
          <p:nvPr/>
        </p:nvSpPr>
        <p:spPr>
          <a:xfrm>
            <a:off x="4413504" y="4102100"/>
            <a:ext cx="170688" cy="170688"/>
          </a:xfrm>
          <a:prstGeom prst="ellipse">
            <a:avLst/>
          </a:prstGeom>
          <a:solidFill>
            <a:srgbClr val="1A4F8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8" name="Text 36"/>
          <p:cNvSpPr/>
          <p:nvPr/>
        </p:nvSpPr>
        <p:spPr>
          <a:xfrm>
            <a:off x="4657344" y="4025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Single Pane of Glass Observability</a:t>
            </a:r>
          </a:p>
        </p:txBody>
      </p:sp>
      <p:sp>
        <p:nvSpPr>
          <p:cNvPr id="39" name="Shape 37"/>
          <p:cNvSpPr/>
          <p:nvPr/>
        </p:nvSpPr>
        <p:spPr>
          <a:xfrm>
            <a:off x="4413504" y="4673600"/>
            <a:ext cx="170688" cy="170688"/>
          </a:xfrm>
          <a:prstGeom prst="ellipse">
            <a:avLst/>
          </a:prstGeom>
          <a:solidFill>
            <a:srgbClr val="1A4F8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0" name="Text 38"/>
          <p:cNvSpPr/>
          <p:nvPr/>
        </p:nvSpPr>
        <p:spPr>
          <a:xfrm>
            <a:off x="4657344" y="4597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APM, RUM &amp; Synthetics Tool Selection</a:t>
            </a:r>
          </a:p>
        </p:txBody>
      </p:sp>
      <p:sp>
        <p:nvSpPr>
          <p:cNvPr id="41" name="Shape 39"/>
          <p:cNvSpPr/>
          <p:nvPr/>
        </p:nvSpPr>
        <p:spPr>
          <a:xfrm>
            <a:off x="4413504" y="5245100"/>
            <a:ext cx="170688" cy="170688"/>
          </a:xfrm>
          <a:prstGeom prst="ellipse">
            <a:avLst/>
          </a:prstGeom>
          <a:solidFill>
            <a:srgbClr val="1A4F8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2" name="Text 40"/>
          <p:cNvSpPr/>
          <p:nvPr/>
        </p:nvSpPr>
        <p:spPr>
          <a:xfrm>
            <a:off x="4657344" y="5168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Streaming Pipeline Platform</a:t>
            </a:r>
          </a:p>
        </p:txBody>
      </p:sp>
      <p:sp>
        <p:nvSpPr>
          <p:cNvPr id="43" name="Shape 41"/>
          <p:cNvSpPr/>
          <p:nvPr/>
        </p:nvSpPr>
        <p:spPr>
          <a:xfrm>
            <a:off x="4413504" y="5816600"/>
            <a:ext cx="170688" cy="170688"/>
          </a:xfrm>
          <a:prstGeom prst="ellipse">
            <a:avLst/>
          </a:prstGeom>
          <a:solidFill>
            <a:srgbClr val="1A4F8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4" name="Text 42"/>
          <p:cNvSpPr/>
          <p:nvPr/>
        </p:nvSpPr>
        <p:spPr>
          <a:xfrm>
            <a:off x="4657344" y="5740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Cloud Full-Stack Automation (IaC + CfgMgmt)</a:t>
            </a:r>
          </a:p>
        </p:txBody>
      </p:sp>
      <p:sp>
        <p:nvSpPr>
          <p:cNvPr id="45" name="Shape 43"/>
          <p:cNvSpPr/>
          <p:nvPr/>
        </p:nvSpPr>
        <p:spPr>
          <a:xfrm>
            <a:off x="8193024" y="949960"/>
            <a:ext cx="3730752" cy="670560"/>
          </a:xfrm>
          <a:prstGeom prst="rect">
            <a:avLst/>
          </a:prstGeom>
          <a:solidFill>
            <a:srgbClr val="1A6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6" name="Text 44"/>
          <p:cNvSpPr/>
          <p:nvPr/>
        </p:nvSpPr>
        <p:spPr>
          <a:xfrm>
            <a:off x="8314944" y="94996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kern="0" spc="133">
                <a:solidFill>
                  <a:srgbClr val="FFFFFF"/>
                </a:solidFill>
                <a:latin typeface="Arial Black"/>
              </a:rPr>
              <a:t>LONG-TERM</a:t>
            </a:r>
          </a:p>
        </p:txBody>
      </p:sp>
      <p:sp>
        <p:nvSpPr>
          <p:cNvPr id="47" name="Text 45"/>
          <p:cNvSpPr/>
          <p:nvPr/>
        </p:nvSpPr>
        <p:spPr>
          <a:xfrm>
            <a:off x="8314944" y="1291336"/>
            <a:ext cx="3535680" cy="304800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>
                <a:solidFill>
                  <a:srgbClr val="FFFFFF"/>
                </a:solidFill>
                <a:latin typeface="Calibri"/>
              </a:rPr>
              <a:t>6 – 12+ months</a:t>
            </a:r>
          </a:p>
        </p:txBody>
      </p:sp>
      <p:sp>
        <p:nvSpPr>
          <p:cNvPr id="48" name="Shape 46"/>
          <p:cNvSpPr/>
          <p:nvPr/>
        </p:nvSpPr>
        <p:spPr>
          <a:xfrm>
            <a:off x="8193024" y="1620520"/>
            <a:ext cx="3730752" cy="4787900"/>
          </a:xfrm>
          <a:prstGeom prst="rect">
            <a:avLst/>
          </a:prstGeom>
          <a:solidFill>
            <a:srgbClr val="EEF8EE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49" name="Shape 47"/>
          <p:cNvSpPr/>
          <p:nvPr/>
        </p:nvSpPr>
        <p:spPr>
          <a:xfrm>
            <a:off x="8339328" y="1816100"/>
            <a:ext cx="170688" cy="170688"/>
          </a:xfrm>
          <a:prstGeom prst="ellipse">
            <a:avLst/>
          </a:prstGeom>
          <a:solidFill>
            <a:srgbClr val="1A6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0" name="Text 48"/>
          <p:cNvSpPr/>
          <p:nvPr/>
        </p:nvSpPr>
        <p:spPr>
          <a:xfrm>
            <a:off x="8583168" y="1739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Unified OPS Model &amp; Service Response COE</a:t>
            </a:r>
          </a:p>
        </p:txBody>
      </p:sp>
      <p:sp>
        <p:nvSpPr>
          <p:cNvPr id="51" name="Shape 49"/>
          <p:cNvSpPr/>
          <p:nvPr/>
        </p:nvSpPr>
        <p:spPr>
          <a:xfrm>
            <a:off x="8339328" y="2387600"/>
            <a:ext cx="170688" cy="170688"/>
          </a:xfrm>
          <a:prstGeom prst="ellipse">
            <a:avLst/>
          </a:prstGeom>
          <a:solidFill>
            <a:srgbClr val="1A6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2" name="Text 50"/>
          <p:cNvSpPr/>
          <p:nvPr/>
        </p:nvSpPr>
        <p:spPr>
          <a:xfrm>
            <a:off x="8583168" y="2311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Enterprise Unified Observability</a:t>
            </a:r>
          </a:p>
        </p:txBody>
      </p:sp>
      <p:sp>
        <p:nvSpPr>
          <p:cNvPr id="53" name="Shape 51"/>
          <p:cNvSpPr/>
          <p:nvPr/>
        </p:nvSpPr>
        <p:spPr>
          <a:xfrm>
            <a:off x="8339328" y="2959100"/>
            <a:ext cx="170688" cy="170688"/>
          </a:xfrm>
          <a:prstGeom prst="ellipse">
            <a:avLst/>
          </a:prstGeom>
          <a:solidFill>
            <a:srgbClr val="1A6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4" name="Text 52"/>
          <p:cNvSpPr/>
          <p:nvPr/>
        </p:nvSpPr>
        <p:spPr>
          <a:xfrm>
            <a:off x="8583168" y="2882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Autonomous / Self-Healing Operations</a:t>
            </a:r>
          </a:p>
        </p:txBody>
      </p:sp>
      <p:sp>
        <p:nvSpPr>
          <p:cNvPr id="55" name="Shape 53"/>
          <p:cNvSpPr/>
          <p:nvPr/>
        </p:nvSpPr>
        <p:spPr>
          <a:xfrm>
            <a:off x="8339328" y="3530600"/>
            <a:ext cx="170688" cy="170688"/>
          </a:xfrm>
          <a:prstGeom prst="ellipse">
            <a:avLst/>
          </a:prstGeom>
          <a:solidFill>
            <a:srgbClr val="1A6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6" name="Text 54"/>
          <p:cNvSpPr/>
          <p:nvPr/>
        </p:nvSpPr>
        <p:spPr>
          <a:xfrm>
            <a:off x="8583168" y="3454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Auto-Generated Qualification Docs</a:t>
            </a:r>
          </a:p>
        </p:txBody>
      </p:sp>
      <p:sp>
        <p:nvSpPr>
          <p:cNvPr id="57" name="Shape 55"/>
          <p:cNvSpPr/>
          <p:nvPr/>
        </p:nvSpPr>
        <p:spPr>
          <a:xfrm>
            <a:off x="8339328" y="4102100"/>
            <a:ext cx="170688" cy="170688"/>
          </a:xfrm>
          <a:prstGeom prst="ellipse">
            <a:avLst/>
          </a:prstGeom>
          <a:solidFill>
            <a:srgbClr val="1A6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58" name="Text 56"/>
          <p:cNvSpPr/>
          <p:nvPr/>
        </p:nvSpPr>
        <p:spPr>
          <a:xfrm>
            <a:off x="8583168" y="4025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Unified Cloud Fabric &amp; Paved-Path Pipelines</a:t>
            </a:r>
          </a:p>
        </p:txBody>
      </p:sp>
      <p:sp>
        <p:nvSpPr>
          <p:cNvPr id="59" name="Shape 57"/>
          <p:cNvSpPr/>
          <p:nvPr/>
        </p:nvSpPr>
        <p:spPr>
          <a:xfrm>
            <a:off x="8339328" y="4673600"/>
            <a:ext cx="170688" cy="170688"/>
          </a:xfrm>
          <a:prstGeom prst="ellipse">
            <a:avLst/>
          </a:prstGeom>
          <a:solidFill>
            <a:srgbClr val="1A6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0" name="Text 58"/>
          <p:cNvSpPr/>
          <p:nvPr/>
        </p:nvSpPr>
        <p:spPr>
          <a:xfrm>
            <a:off x="8583168" y="4597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Compliance &amp; Policy-as-Code at Scale</a:t>
            </a:r>
          </a:p>
        </p:txBody>
      </p:sp>
      <p:sp>
        <p:nvSpPr>
          <p:cNvPr id="61" name="Shape 59"/>
          <p:cNvSpPr/>
          <p:nvPr/>
        </p:nvSpPr>
        <p:spPr>
          <a:xfrm>
            <a:off x="8339328" y="5245100"/>
            <a:ext cx="170688" cy="170688"/>
          </a:xfrm>
          <a:prstGeom prst="ellipse">
            <a:avLst/>
          </a:prstGeom>
          <a:solidFill>
            <a:srgbClr val="1A6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2" name="Text 60"/>
          <p:cNvSpPr/>
          <p:nvPr/>
        </p:nvSpPr>
        <p:spPr>
          <a:xfrm>
            <a:off x="8583168" y="51689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AI/HPC Factory Operations</a:t>
            </a:r>
          </a:p>
        </p:txBody>
      </p:sp>
      <p:sp>
        <p:nvSpPr>
          <p:cNvPr id="63" name="Shape 61"/>
          <p:cNvSpPr/>
          <p:nvPr/>
        </p:nvSpPr>
        <p:spPr>
          <a:xfrm>
            <a:off x="8339328" y="5816600"/>
            <a:ext cx="170688" cy="170688"/>
          </a:xfrm>
          <a:prstGeom prst="ellipse">
            <a:avLst/>
          </a:prstGeom>
          <a:solidFill>
            <a:srgbClr val="1A6B2A"/>
          </a:solidFill>
          <a:ln w="12700">
            <a:noFill/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64" name="Text 62"/>
          <p:cNvSpPr/>
          <p:nvPr/>
        </p:nvSpPr>
        <p:spPr>
          <a:xfrm>
            <a:off x="8583168" y="5740400"/>
            <a:ext cx="323088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>
                <a:solidFill>
                  <a:srgbClr val="1A1A1A"/>
                </a:solidFill>
                <a:latin typeface="Arial"/>
              </a:rPr>
              <a:t>Self-Service Purchasing Tracking</a:t>
            </a:r>
          </a:p>
        </p:txBody>
      </p:sp>
    </p:spTree>
    <p:extLst>
      <p:ext uri="{BB962C8B-B14F-4D97-AF65-F5344CB8AC3E}">
        <p14:creationId xmlns:p14="http://schemas.microsoft.com/office/powerpoint/2010/main" val="127350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F498-529B-C375-A8F6-BE1C8AA01B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380948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609600"/>
            <a:ext cx="12161520" cy="5816600"/>
          </a:xfrm>
          <a:prstGeom prst="rect">
            <a:avLst/>
          </a:prstGeom>
        </p:spPr>
      </p:pic>
      <p:sp>
        <p:nvSpPr>
          <p:cNvPr id="50" name="Badge"/>
          <p:cNvSpPr/>
          <p:nvPr/>
        </p:nvSpPr>
        <p:spPr>
          <a:xfrm>
            <a:off x="508000" y="152400"/>
            <a:ext cx="2032000" cy="33020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EXERCISE 1</a:t>
            </a:r>
          </a:p>
        </p:txBody>
      </p:sp>
      <p:sp>
        <p:nvSpPr>
          <p:cNvPr id="51" name="Title"/>
          <p:cNvSpPr txBox="1"/>
          <p:nvPr/>
        </p:nvSpPr>
        <p:spPr>
          <a:xfrm>
            <a:off x="2667000" y="127000"/>
            <a:ext cx="9144000" cy="4445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Personas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330200" y="6477000"/>
            <a:ext cx="1153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Design Thinking — Agentic AI Workshop | Cloud &amp; Connectivity | March 12, 2026</a:t>
            </a:r>
          </a:p>
        </p:txBody>
      </p:sp>
    </p:spTree>
    <p:extLst>
      <p:ext uri="{BB962C8B-B14F-4D97-AF65-F5344CB8AC3E}">
        <p14:creationId xmlns:p14="http://schemas.microsoft.com/office/powerpoint/2010/main" val="9707634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dge"/>
          <p:cNvSpPr/>
          <p:nvPr/>
        </p:nvSpPr>
        <p:spPr>
          <a:xfrm>
            <a:off x="508000" y="152400"/>
            <a:ext cx="2032000" cy="33020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EXERCISE 2</a:t>
            </a:r>
          </a:p>
        </p:txBody>
      </p:sp>
      <p:sp>
        <p:nvSpPr>
          <p:cNvPr id="51" name="Title"/>
          <p:cNvSpPr txBox="1"/>
          <p:nvPr/>
        </p:nvSpPr>
        <p:spPr>
          <a:xfrm>
            <a:off x="2667000" y="127000"/>
            <a:ext cx="9144000" cy="4445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Hopes and Fears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330200" y="6477000"/>
            <a:ext cx="1153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Design Thinking — Agentic AI Workshop | Cloud &amp; Connectivity | March 12, 2026</a:t>
            </a:r>
          </a:p>
        </p:txBody>
      </p:sp>
      <p:sp>
        <p:nvSpPr>
          <p:cNvPr id="100" name="WorkspaceBg"/>
          <p:cNvSpPr/>
          <p:nvPr/>
        </p:nvSpPr>
        <p:spPr>
          <a:xfrm>
            <a:off x="254000" y="609600"/>
            <a:ext cx="11658000" cy="528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1" name="TimeBadge"/>
          <p:cNvSpPr/>
          <p:nvPr/>
        </p:nvSpPr>
        <p:spPr>
          <a:xfrm>
            <a:off x="10058400" y="152400"/>
            <a:ext cx="1778000" cy="3302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15 – 30 MIN</a:t>
            </a:r>
          </a:p>
        </p:txBody>
      </p:sp>
      <p:sp>
        <p:nvSpPr>
          <p:cNvPr id="102" name="Instructions"/>
          <p:cNvSpPr/>
          <p:nvPr/>
        </p:nvSpPr>
        <p:spPr>
          <a:xfrm>
            <a:off x="330200" y="711200"/>
            <a:ext cx="5334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INSTRUCTIONS</a:t>
            </a:r>
          </a:p>
          <a:p>
            <a:pPr>
              <a:buFont typeface="Arial"/>
              <a:buChar char="1."/>
            </a:pP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 Label one area for Hopes and another for Fears.</a:t>
            </a:r>
          </a:p>
          <a:p>
            <a:pPr>
              <a:buFont typeface="Arial"/>
              <a:buChar char="2."/>
            </a:pP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 Each team member writes one hope or fear per sticky note.</a:t>
            </a:r>
          </a:p>
          <a:p>
            <a:pPr>
              <a:buFont typeface="Arial"/>
              <a:buChar char="3."/>
            </a:pP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 Playback, discuss, and synthesize. What themes emerge?</a:t>
            </a:r>
          </a:p>
        </p:txBody>
      </p:sp>
      <p:sp>
        <p:nvSpPr>
          <p:cNvPr id="103" name="HopesHeader"/>
          <p:cNvSpPr/>
          <p:nvPr/>
        </p:nvSpPr>
        <p:spPr>
          <a:xfrm>
            <a:off x="330200" y="1778000"/>
            <a:ext cx="5334000" cy="381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/>
                <a:cs typeface="Arial Black"/>
              </a:rPr>
              <a:t>HOPES</a:t>
            </a:r>
          </a:p>
        </p:txBody>
      </p:sp>
      <p:sp>
        <p:nvSpPr>
          <p:cNvPr id="104" name="FearsHeader"/>
          <p:cNvSpPr/>
          <p:nvPr/>
        </p:nvSpPr>
        <p:spPr>
          <a:xfrm>
            <a:off x="6019800" y="1778000"/>
            <a:ext cx="5664200" cy="381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/>
                <a:cs typeface="Arial Black"/>
              </a:rPr>
              <a:t>FEARS</a:t>
            </a:r>
          </a:p>
        </p:txBody>
      </p:sp>
      <p:sp>
        <p:nvSpPr>
          <p:cNvPr id="105" name="HopesArea"/>
          <p:cNvSpPr/>
          <p:nvPr/>
        </p:nvSpPr>
        <p:spPr>
          <a:xfrm>
            <a:off x="330200" y="2159000"/>
            <a:ext cx="5334000" cy="3581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Add sticky notes here</a:t>
            </a:r>
          </a:p>
        </p:txBody>
      </p:sp>
      <p:sp>
        <p:nvSpPr>
          <p:cNvPr id="106" name="FearsArea"/>
          <p:cNvSpPr/>
          <p:nvPr/>
        </p:nvSpPr>
        <p:spPr>
          <a:xfrm>
            <a:off x="6019800" y="2159000"/>
            <a:ext cx="5664200" cy="3581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Add sticky notes here</a:t>
            </a:r>
          </a:p>
        </p:txBody>
      </p:sp>
    </p:spTree>
    <p:extLst>
      <p:ext uri="{BB962C8B-B14F-4D97-AF65-F5344CB8AC3E}">
        <p14:creationId xmlns:p14="http://schemas.microsoft.com/office/powerpoint/2010/main" val="411332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dge"/>
          <p:cNvSpPr/>
          <p:nvPr/>
        </p:nvSpPr>
        <p:spPr>
          <a:xfrm>
            <a:off x="508000" y="152400"/>
            <a:ext cx="2032000" cy="33020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EXERCISE 3</a:t>
            </a:r>
          </a:p>
        </p:txBody>
      </p:sp>
      <p:sp>
        <p:nvSpPr>
          <p:cNvPr id="51" name="Title"/>
          <p:cNvSpPr txBox="1"/>
          <p:nvPr/>
        </p:nvSpPr>
        <p:spPr>
          <a:xfrm>
            <a:off x="2667000" y="127000"/>
            <a:ext cx="9144000" cy="4445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Needs Statements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330200" y="6477000"/>
            <a:ext cx="1153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Design Thinking — Agentic AI Workshop | Cloud &amp; Connectivity | March 12, 2026</a:t>
            </a:r>
          </a:p>
        </p:txBody>
      </p:sp>
      <p:sp>
        <p:nvSpPr>
          <p:cNvPr id="100" name="WorkspaceBg"/>
          <p:cNvSpPr/>
          <p:nvPr/>
        </p:nvSpPr>
        <p:spPr>
          <a:xfrm>
            <a:off x="254000" y="609600"/>
            <a:ext cx="11658000" cy="528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1" name="TimeBadge"/>
          <p:cNvSpPr/>
          <p:nvPr/>
        </p:nvSpPr>
        <p:spPr>
          <a:xfrm>
            <a:off x="10058400" y="152400"/>
            <a:ext cx="1778000" cy="3302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30 – 60 MIN</a:t>
            </a:r>
          </a:p>
        </p:txBody>
      </p:sp>
      <p:sp>
        <p:nvSpPr>
          <p:cNvPr id="102" name="Instructions"/>
          <p:cNvSpPr/>
          <p:nvPr/>
        </p:nvSpPr>
        <p:spPr>
          <a:xfrm>
            <a:off x="330200" y="711200"/>
            <a:ext cx="11506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INSTRUCTIONS</a:t>
            </a:r>
          </a:p>
          <a:p>
            <a:pPr>
              <a:buFont typeface="Arial"/>
              <a:buAutoNum type="arabicPeriod"/>
            </a:pP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Write the statement: </a:t>
            </a:r>
            <a:r>
              <a:rPr lang="en-US" sz="1400" i="1" dirty="0">
                <a:solidFill>
                  <a:srgbClr val="444444"/>
                </a:solidFill>
                <a:latin typeface="Arial"/>
                <a:cs typeface="Arial"/>
              </a:rPr>
              <a:t>The user needs a way to [do something] so that [they benefit directly].</a:t>
            </a:r>
          </a:p>
          <a:p>
            <a:pPr>
              <a:buFont typeface="Arial"/>
              <a:buAutoNum type="arabicPeriod"/>
            </a:pP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Focus on user pain points — more than one statement can come from a single pain point.</a:t>
            </a:r>
          </a:p>
          <a:p>
            <a:pPr>
              <a:buFont typeface="Arial"/>
              <a:buAutoNum type="arabicPeriod"/>
            </a:pP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Stay away from features. Ask: "What does my user really need?"  Cluster similar ideas and discuss.</a:t>
            </a:r>
          </a:p>
        </p:txBody>
      </p:sp>
      <p:sp>
        <p:nvSpPr>
          <p:cNvPr id="103" name="TemplateHeader"/>
          <p:cNvSpPr/>
          <p:nvPr/>
        </p:nvSpPr>
        <p:spPr>
          <a:xfrm>
            <a:off x="330200" y="1930400"/>
            <a:ext cx="11506200" cy="381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/>
                <a:cs typeface="Arial Black"/>
              </a:rPr>
              <a:t>NEEDS STATEMENTS</a:t>
            </a:r>
          </a:p>
        </p:txBody>
      </p:sp>
      <p:sp>
        <p:nvSpPr>
          <p:cNvPr id="110" name="NeedsCard1"/>
          <p:cNvSpPr/>
          <p:nvPr/>
        </p:nvSpPr>
        <p:spPr>
          <a:xfrm>
            <a:off x="330200" y="2362200"/>
            <a:ext cx="3632200" cy="287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7A33"/>
                </a:solidFill>
                <a:latin typeface="Arial"/>
                <a:cs typeface="Arial"/>
              </a:rPr>
              <a:t>NEED 1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[user]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Arial"/>
                <a:cs typeface="Arial"/>
              </a:rPr>
              <a:t>needs a way to 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[do something]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Arial"/>
                <a:cs typeface="Arial"/>
              </a:rPr>
              <a:t>so that 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[they benefit directly]</a:t>
            </a:r>
          </a:p>
        </p:txBody>
      </p:sp>
      <p:sp>
        <p:nvSpPr>
          <p:cNvPr id="111" name="NeedsCard2"/>
          <p:cNvSpPr/>
          <p:nvPr/>
        </p:nvSpPr>
        <p:spPr>
          <a:xfrm>
            <a:off x="4267200" y="2362200"/>
            <a:ext cx="3632200" cy="287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7A33"/>
                </a:solidFill>
                <a:latin typeface="Arial"/>
                <a:cs typeface="Arial"/>
              </a:rPr>
              <a:t>NEED 2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[user]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Arial"/>
                <a:cs typeface="Arial"/>
              </a:rPr>
              <a:t>needs a way to 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[do something]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Arial"/>
                <a:cs typeface="Arial"/>
              </a:rPr>
              <a:t>so that 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[they benefit directly]</a:t>
            </a:r>
          </a:p>
        </p:txBody>
      </p:sp>
      <p:sp>
        <p:nvSpPr>
          <p:cNvPr id="112" name="NeedsCard3"/>
          <p:cNvSpPr/>
          <p:nvPr/>
        </p:nvSpPr>
        <p:spPr>
          <a:xfrm>
            <a:off x="8204200" y="2362200"/>
            <a:ext cx="3632200" cy="287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7A33"/>
                </a:solidFill>
                <a:latin typeface="Arial"/>
                <a:cs typeface="Arial"/>
              </a:rPr>
              <a:t>NEED 3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Arial"/>
                <a:cs typeface="Arial"/>
              </a:rPr>
              <a:t>The 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[user]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Arial"/>
                <a:cs typeface="Arial"/>
              </a:rPr>
              <a:t>needs a way to 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[do something]</a:t>
            </a:r>
          </a:p>
          <a:p>
            <a:pPr>
              <a:spcBef>
                <a:spcPts val="400"/>
              </a:spcBef>
              <a:buNone/>
            </a:pPr>
            <a:r>
              <a:rPr lang="en-US" sz="1400" dirty="0">
                <a:solidFill>
                  <a:srgbClr val="1A1A1A"/>
                </a:solidFill>
                <a:latin typeface="Arial"/>
                <a:cs typeface="Arial"/>
              </a:rPr>
              <a:t>so that </a:t>
            </a: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[they benefit directly]</a:t>
            </a:r>
          </a:p>
        </p:txBody>
      </p:sp>
    </p:spTree>
    <p:extLst>
      <p:ext uri="{BB962C8B-B14F-4D97-AF65-F5344CB8AC3E}">
        <p14:creationId xmlns:p14="http://schemas.microsoft.com/office/powerpoint/2010/main" val="2760979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dge"/>
          <p:cNvSpPr/>
          <p:nvPr/>
        </p:nvSpPr>
        <p:spPr>
          <a:xfrm>
            <a:off x="508000" y="152400"/>
            <a:ext cx="2032000" cy="33020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EXERCISE 4</a:t>
            </a:r>
          </a:p>
        </p:txBody>
      </p:sp>
      <p:sp>
        <p:nvSpPr>
          <p:cNvPr id="51" name="Title"/>
          <p:cNvSpPr txBox="1"/>
          <p:nvPr/>
        </p:nvSpPr>
        <p:spPr>
          <a:xfrm>
            <a:off x="2667000" y="127000"/>
            <a:ext cx="9144000" cy="4445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Storyboarding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330200" y="6477000"/>
            <a:ext cx="1153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Design Thinking — Agentic AI Workshop | Cloud &amp; Connectivity | March 12, 2026</a:t>
            </a:r>
          </a:p>
        </p:txBody>
      </p:sp>
      <p:sp>
        <p:nvSpPr>
          <p:cNvPr id="100" name="WorkspaceBg"/>
          <p:cNvSpPr/>
          <p:nvPr/>
        </p:nvSpPr>
        <p:spPr>
          <a:xfrm>
            <a:off x="254000" y="609600"/>
            <a:ext cx="11658000" cy="528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1" name="TimeBadge"/>
          <p:cNvSpPr/>
          <p:nvPr/>
        </p:nvSpPr>
        <p:spPr>
          <a:xfrm>
            <a:off x="10058400" y="152400"/>
            <a:ext cx="1778000" cy="3302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20 – 60 MIN</a:t>
            </a:r>
          </a:p>
        </p:txBody>
      </p:sp>
      <p:sp>
        <p:nvSpPr>
          <p:cNvPr id="102" name="Instructions"/>
          <p:cNvSpPr/>
          <p:nvPr/>
        </p:nvSpPr>
        <p:spPr>
          <a:xfrm>
            <a:off x="330200" y="711200"/>
            <a:ext cx="115062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INSTRUCTIONS</a:t>
            </a:r>
          </a:p>
          <a:p>
            <a:pPr>
              <a:buFont typeface="Arial"/>
              <a:buAutoNum type="arabicPeriod"/>
            </a:pP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Imagine your scenario as a story with characters, plot, conflict, and resolution.</a:t>
            </a:r>
          </a:p>
          <a:p>
            <a:pPr>
              <a:buFont typeface="Arial"/>
              <a:buAutoNum type="arabicPeriod"/>
            </a:pP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For each frame below, sketch and annotate with a brief caption. Make the story seamless.</a:t>
            </a:r>
          </a:p>
          <a:p>
            <a:pPr>
              <a:buFont typeface="Arial"/>
              <a:buAutoNum type="arabicPeriod"/>
            </a:pP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Share stories, get feedback, then converge on the best parts into one master story.</a:t>
            </a:r>
          </a:p>
        </p:txBody>
      </p:sp>
      <p:sp>
        <p:nvSpPr>
          <p:cNvPr id="110" name="Frame1"/>
          <p:cNvSpPr/>
          <p:nvPr/>
        </p:nvSpPr>
        <p:spPr>
          <a:xfrm>
            <a:off x="406400" y="1600000"/>
            <a:ext cx="3708400" cy="19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7A33"/>
                </a:solidFill>
                <a:latin typeface="Arial"/>
                <a:cs typeface="Arial"/>
              </a:rPr>
              <a:t>1. SETUP</a:t>
            </a:r>
          </a:p>
          <a:p>
            <a:pPr>
              <a:spcBef>
                <a:spcPts val="1200"/>
              </a:spcBef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Sketch and caption here</a:t>
            </a:r>
          </a:p>
        </p:txBody>
      </p:sp>
      <p:sp>
        <p:nvSpPr>
          <p:cNvPr id="111" name="Frame2"/>
          <p:cNvSpPr/>
          <p:nvPr/>
        </p:nvSpPr>
        <p:spPr>
          <a:xfrm>
            <a:off x="4267200" y="1600000"/>
            <a:ext cx="3708400" cy="19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7A33"/>
                </a:solidFill>
                <a:latin typeface="Arial"/>
                <a:cs typeface="Arial"/>
              </a:rPr>
              <a:t>2. CONFLICT</a:t>
            </a:r>
          </a:p>
          <a:p>
            <a:pPr>
              <a:spcBef>
                <a:spcPts val="1200"/>
              </a:spcBef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Sketch and caption here</a:t>
            </a:r>
          </a:p>
        </p:txBody>
      </p:sp>
      <p:sp>
        <p:nvSpPr>
          <p:cNvPr id="112" name="Frame3"/>
          <p:cNvSpPr/>
          <p:nvPr/>
        </p:nvSpPr>
        <p:spPr>
          <a:xfrm>
            <a:off x="8128000" y="1600000"/>
            <a:ext cx="3708400" cy="19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7A33"/>
                </a:solidFill>
                <a:latin typeface="Arial"/>
                <a:cs typeface="Arial"/>
              </a:rPr>
              <a:t>3. RISING ACTION</a:t>
            </a:r>
          </a:p>
          <a:p>
            <a:pPr>
              <a:spcBef>
                <a:spcPts val="1200"/>
              </a:spcBef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Sketch and caption here</a:t>
            </a:r>
          </a:p>
        </p:txBody>
      </p:sp>
      <p:sp>
        <p:nvSpPr>
          <p:cNvPr id="113" name="Frame4"/>
          <p:cNvSpPr/>
          <p:nvPr/>
        </p:nvSpPr>
        <p:spPr>
          <a:xfrm>
            <a:off x="406400" y="3746200"/>
            <a:ext cx="3708400" cy="19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7A33"/>
                </a:solidFill>
                <a:latin typeface="Arial"/>
                <a:cs typeface="Arial"/>
              </a:rPr>
              <a:t>4. TURNING POINT</a:t>
            </a:r>
          </a:p>
          <a:p>
            <a:pPr>
              <a:spcBef>
                <a:spcPts val="1200"/>
              </a:spcBef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Sketch and caption here</a:t>
            </a:r>
          </a:p>
        </p:txBody>
      </p:sp>
      <p:sp>
        <p:nvSpPr>
          <p:cNvPr id="114" name="Frame5"/>
          <p:cNvSpPr/>
          <p:nvPr/>
        </p:nvSpPr>
        <p:spPr>
          <a:xfrm>
            <a:off x="4267200" y="3746200"/>
            <a:ext cx="3708400" cy="19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7A33"/>
                </a:solidFill>
                <a:latin typeface="Arial"/>
                <a:cs typeface="Arial"/>
              </a:rPr>
              <a:t>5. RESOLUTION</a:t>
            </a:r>
          </a:p>
          <a:p>
            <a:pPr>
              <a:spcBef>
                <a:spcPts val="1200"/>
              </a:spcBef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Sketch and caption here</a:t>
            </a:r>
          </a:p>
        </p:txBody>
      </p:sp>
      <p:sp>
        <p:nvSpPr>
          <p:cNvPr id="115" name="Frame6"/>
          <p:cNvSpPr/>
          <p:nvPr/>
        </p:nvSpPr>
        <p:spPr>
          <a:xfrm>
            <a:off x="8128000" y="3746200"/>
            <a:ext cx="3708400" cy="19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007A33"/>
                </a:solidFill>
                <a:latin typeface="Arial"/>
                <a:cs typeface="Arial"/>
              </a:rPr>
              <a:t>6. OUTCOME</a:t>
            </a:r>
          </a:p>
          <a:p>
            <a:pPr>
              <a:spcBef>
                <a:spcPts val="1200"/>
              </a:spcBef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Sketch and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10152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dge"/>
          <p:cNvSpPr/>
          <p:nvPr/>
        </p:nvSpPr>
        <p:spPr>
          <a:xfrm>
            <a:off x="508000" y="152400"/>
            <a:ext cx="2032000" cy="33020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txBody>
          <a:bodyPr wrap="square"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EXERCISE 5</a:t>
            </a:r>
          </a:p>
        </p:txBody>
      </p:sp>
      <p:sp>
        <p:nvSpPr>
          <p:cNvPr id="51" name="Title"/>
          <p:cNvSpPr txBox="1"/>
          <p:nvPr/>
        </p:nvSpPr>
        <p:spPr>
          <a:xfrm>
            <a:off x="2667000" y="127000"/>
            <a:ext cx="9144000" cy="4445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Feedback Grid</a:t>
            </a:r>
          </a:p>
        </p:txBody>
      </p:sp>
      <p:sp>
        <p:nvSpPr>
          <p:cNvPr id="52" name="Footer"/>
          <p:cNvSpPr txBox="1"/>
          <p:nvPr/>
        </p:nvSpPr>
        <p:spPr>
          <a:xfrm>
            <a:off x="330200" y="6477000"/>
            <a:ext cx="1153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Design Thinking — Agentic AI Workshop | Cloud &amp; Connectivity | March 12, 2026</a:t>
            </a:r>
          </a:p>
        </p:txBody>
      </p:sp>
      <p:sp>
        <p:nvSpPr>
          <p:cNvPr id="100" name="WorkspaceBg"/>
          <p:cNvSpPr/>
          <p:nvPr/>
        </p:nvSpPr>
        <p:spPr>
          <a:xfrm>
            <a:off x="254000" y="609600"/>
            <a:ext cx="11658000" cy="5283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en-US"/>
          </a:p>
        </p:txBody>
      </p:sp>
      <p:sp>
        <p:nvSpPr>
          <p:cNvPr id="101" name="TimeBadge"/>
          <p:cNvSpPr/>
          <p:nvPr/>
        </p:nvSpPr>
        <p:spPr>
          <a:xfrm>
            <a:off x="10058400" y="152400"/>
            <a:ext cx="1778000" cy="33020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cs typeface="Arial"/>
              </a:rPr>
              <a:t>30 – 60 MIN</a:t>
            </a:r>
          </a:p>
        </p:txBody>
      </p:sp>
      <p:sp>
        <p:nvSpPr>
          <p:cNvPr id="102" name="Instructions"/>
          <p:cNvSpPr/>
          <p:nvPr/>
        </p:nvSpPr>
        <p:spPr>
          <a:xfrm>
            <a:off x="330200" y="711200"/>
            <a:ext cx="115062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sz="1400" b="1" dirty="0">
                <a:solidFill>
                  <a:srgbClr val="1A1A1A"/>
                </a:solidFill>
                <a:latin typeface="Arial"/>
                <a:cs typeface="Arial"/>
              </a:rPr>
              <a:t>INSTRUCTIONS  </a:t>
            </a:r>
            <a:r>
              <a:rPr lang="en-US" sz="1400" dirty="0">
                <a:solidFill>
                  <a:srgbClr val="444444"/>
                </a:solidFill>
                <a:latin typeface="Arial"/>
                <a:cs typeface="Arial"/>
              </a:rPr>
              <a:t>Fill each quadrant with sticky notes. Be specific and give constructive criticism. Cluster similar ideas and discuss — search for patterns and themes.</a:t>
            </a:r>
          </a:p>
        </p:txBody>
      </p:sp>
      <p:sp>
        <p:nvSpPr>
          <p:cNvPr id="110" name="Q1Header"/>
          <p:cNvSpPr/>
          <p:nvPr/>
        </p:nvSpPr>
        <p:spPr>
          <a:xfrm>
            <a:off x="330200" y="1371600"/>
            <a:ext cx="5664200" cy="3302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/>
                <a:cs typeface="Arial Black"/>
              </a:rPr>
              <a:t>THINGS THAT WORKED</a:t>
            </a:r>
          </a:p>
        </p:txBody>
      </p:sp>
      <p:sp>
        <p:nvSpPr>
          <p:cNvPr id="111" name="Q1Area"/>
          <p:cNvSpPr/>
          <p:nvPr/>
        </p:nvSpPr>
        <p:spPr>
          <a:xfrm>
            <a:off x="330200" y="1701800"/>
            <a:ext cx="5664200" cy="1777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Add sticky notes here</a:t>
            </a:r>
          </a:p>
        </p:txBody>
      </p:sp>
      <p:sp>
        <p:nvSpPr>
          <p:cNvPr id="112" name="Q2Header"/>
          <p:cNvSpPr/>
          <p:nvPr/>
        </p:nvSpPr>
        <p:spPr>
          <a:xfrm>
            <a:off x="6172200" y="1371600"/>
            <a:ext cx="5664200" cy="330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/>
                <a:cs typeface="Arial Black"/>
              </a:rPr>
              <a:t>THINGS TO CHANGE</a:t>
            </a:r>
          </a:p>
        </p:txBody>
      </p:sp>
      <p:sp>
        <p:nvSpPr>
          <p:cNvPr id="113" name="Q2Area"/>
          <p:cNvSpPr/>
          <p:nvPr/>
        </p:nvSpPr>
        <p:spPr>
          <a:xfrm>
            <a:off x="6172200" y="1701800"/>
            <a:ext cx="5664200" cy="1777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Add sticky notes here</a:t>
            </a:r>
          </a:p>
        </p:txBody>
      </p:sp>
      <p:sp>
        <p:nvSpPr>
          <p:cNvPr id="114" name="Q3Header"/>
          <p:cNvSpPr/>
          <p:nvPr/>
        </p:nvSpPr>
        <p:spPr>
          <a:xfrm>
            <a:off x="330200" y="3632000"/>
            <a:ext cx="5664200" cy="330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/>
                <a:cs typeface="Arial Black"/>
              </a:rPr>
              <a:t>NEW IDEAS TO TRY</a:t>
            </a:r>
          </a:p>
        </p:txBody>
      </p:sp>
      <p:sp>
        <p:nvSpPr>
          <p:cNvPr id="115" name="Q3Area"/>
          <p:cNvSpPr/>
          <p:nvPr/>
        </p:nvSpPr>
        <p:spPr>
          <a:xfrm>
            <a:off x="330200" y="3962200"/>
            <a:ext cx="5664200" cy="1777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Add sticky notes here</a:t>
            </a:r>
          </a:p>
        </p:txBody>
      </p:sp>
      <p:sp>
        <p:nvSpPr>
          <p:cNvPr id="116" name="Q4Header"/>
          <p:cNvSpPr/>
          <p:nvPr/>
        </p:nvSpPr>
        <p:spPr>
          <a:xfrm>
            <a:off x="6172200" y="3632000"/>
            <a:ext cx="5664200" cy="330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/>
                <a:cs typeface="Arial Black"/>
              </a:rPr>
              <a:t>QUESTIONS WE STILL HAVE</a:t>
            </a:r>
          </a:p>
        </p:txBody>
      </p:sp>
      <p:sp>
        <p:nvSpPr>
          <p:cNvPr id="117" name="Q4Area"/>
          <p:cNvSpPr/>
          <p:nvPr/>
        </p:nvSpPr>
        <p:spPr>
          <a:xfrm>
            <a:off x="6172200" y="3962200"/>
            <a:ext cx="5664200" cy="17778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r>
              <a:rPr lang="en-US" sz="1400" i="1" dirty="0">
                <a:solidFill>
                  <a:srgbClr val="AAAAAA"/>
                </a:solidFill>
                <a:latin typeface="Arial"/>
                <a:cs typeface="Arial"/>
              </a:rPr>
              <a:t>Add sticky notes here</a:t>
            </a:r>
          </a:p>
        </p:txBody>
      </p:sp>
    </p:spTree>
    <p:extLst>
      <p:ext uri="{BB962C8B-B14F-4D97-AF65-F5344CB8AC3E}">
        <p14:creationId xmlns:p14="http://schemas.microsoft.com/office/powerpoint/2010/main" val="34508418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Lilly Corporate">
      <a:dk1>
        <a:srgbClr val="1A1A1A"/>
      </a:dk1>
      <a:lt1>
        <a:srgbClr val="FFFFFF"/>
      </a:lt1>
      <a:dk2>
        <a:srgbClr val="333333"/>
      </a:dk2>
      <a:lt2>
        <a:srgbClr val="F5F5F5"/>
      </a:lt2>
      <a:accent1>
        <a:srgbClr val="D52B1E"/>
      </a:accent1>
      <a:accent2>
        <a:srgbClr val="0063BE"/>
      </a:accent2>
      <a:accent3>
        <a:srgbClr val="007A33"/>
      </a:accent3>
      <a:accent4>
        <a:srgbClr val="6D2077"/>
      </a:accent4>
      <a:accent5>
        <a:srgbClr val="E87722"/>
      </a:accent5>
      <a:accent6>
        <a:srgbClr val="00A3E0"/>
      </a:accent6>
      <a:hlink>
        <a:srgbClr val="467886"/>
      </a:hlink>
      <a:folHlink>
        <a:srgbClr val="96607D"/>
      </a:folHlink>
    </a:clrScheme>
    <a:fontScheme name="Lilly Corporate">
      <a:majorFont>
        <a:latin typeface="Arial Black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5E23C6B-80EF-456E-BC65-7CA0CD8EA662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08d69c1-05bf-428a-8594-387525229387">
      <Terms xmlns="http://schemas.microsoft.com/office/infopath/2007/PartnerControls"/>
    </lcf76f155ced4ddcb4097134ff3c332f>
    <TaxCatchAll xmlns="7adf046d-67cb-4b81-adac-f4121e75a00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12A39101E6DA49ADD2CB584BA9C9AC" ma:contentTypeVersion="19" ma:contentTypeDescription="Create a new document." ma:contentTypeScope="" ma:versionID="d29467b69da5200c2564317b8423a90d">
  <xsd:schema xmlns:xsd="http://www.w3.org/2001/XMLSchema" xmlns:xs="http://www.w3.org/2001/XMLSchema" xmlns:p="http://schemas.microsoft.com/office/2006/metadata/properties" xmlns:ns2="908d69c1-05bf-428a-8594-387525229387" xmlns:ns3="7adf046d-67cb-4b81-adac-f4121e75a008" targetNamespace="http://schemas.microsoft.com/office/2006/metadata/properties" ma:root="true" ma:fieldsID="74d75744fa9c1013e419e654f244060c" ns2:_="" ns3:_="">
    <xsd:import namespace="908d69c1-05bf-428a-8594-387525229387"/>
    <xsd:import namespace="7adf046d-67cb-4b81-adac-f4121e75a0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8d69c1-05bf-428a-8594-3875252293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9adb9bf-65a7-4dcd-b9fe-2cabe70ed6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df046d-67cb-4b81-adac-f4121e75a00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f343d33-c4d0-4a07-8755-4fdcbfdae225}" ma:internalName="TaxCatchAll" ma:showField="CatchAllData" ma:web="7adf046d-67cb-4b81-adac-f4121e75a0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17C0C2-5F1A-4E45-BFA3-EDB43ED48D4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B766B5-33B6-408E-9CD4-E29E4766EA4C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7adf046d-67cb-4b81-adac-f4121e75a008"/>
    <ds:schemaRef ds:uri="http://purl.org/dc/dcmitype/"/>
    <ds:schemaRef ds:uri="http://purl.org/dc/elements/1.1/"/>
    <ds:schemaRef ds:uri="http://schemas.microsoft.com/office/infopath/2007/PartnerControls"/>
    <ds:schemaRef ds:uri="908d69c1-05bf-428a-8594-38752522938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49EA5BD-4FF8-44A4-9FFA-965C943711AC}">
  <ds:schemaRefs>
    <ds:schemaRef ds:uri="7adf046d-67cb-4b81-adac-f4121e75a008"/>
    <ds:schemaRef ds:uri="908d69c1-05bf-428a-8594-3875252293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7495</Words>
  <Application>Microsoft Macintosh PowerPoint</Application>
  <PresentationFormat>Widescreen</PresentationFormat>
  <Paragraphs>1272</Paragraphs>
  <Slides>31</Slides>
  <Notes>27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Arial Black</vt:lpstr>
      <vt:lpstr>Calibri</vt:lpstr>
      <vt:lpstr>Georgia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Wambsganss</dc:creator>
  <cp:lastModifiedBy>Matt Wambsganss</cp:lastModifiedBy>
  <cp:revision>1</cp:revision>
  <dcterms:created xsi:type="dcterms:W3CDTF">2026-03-17T17:29:26Z</dcterms:created>
  <dcterms:modified xsi:type="dcterms:W3CDTF">2026-03-19T18:30:30Z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0x010100A712A39101E6DA49ADD2CB584BA9C9AC</vt:lpwstr>
  </property>
  <property fmtid="{D5CDD505-2E9C-101B-9397-08002B2CF9AE}" pid="3" name="MediaServiceImageTags">
    <vt:lpwstr/>
  </property>
</Properties>
</file>