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Participants in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Greg Johnson** — Leader, Private Cloud / Hosting / InfraOps (26-year Lilly veteran; brings hands-on AI/automation experience)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Chris Lesniewski** — AVP, Cloud &amp; Connectivity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David Fleming** — Leader, AIOps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Mark Pearce** — Senior Director, Enterprise Connectivity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Todd Walters** — Enterprise Cloud Infrastructure Architect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Michelle Carr** — Infrastructure Business Manager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Karl Mayer** — Digital Core Lead Architect; Enterprise Business Architecture team member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Jonathan Klinginsmith** — Leader, Public Cloud &amp; High Performance Computing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Greg Graf** — Automation Lead Architect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Shweta Choudhary** — Director, Cloud &amp; Connectivity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Mary Jane Turnmire** — Leader, US Campus Strategy &amp; Intern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Desired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Greg Johnson** — Leave with a defined strategy, direction, and 3-year vision that can guide his teams with clarity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David Fleming** — Organize thinking around agentic use cases and begin building a concrete backlog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Mark Pearce** — Surface ideas from across teams, identify overlapping opportunities, and establish a foundation for cross-team collaboration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Mary Jane Turnmire** — Understand how agentic tools can be applied to campus and intern program management workflows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Jonathan Klinginsmith** — Have an open, substantive discussion about high-impact automation and AI opportunities aligned to Agentic Enterprise goals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Chris Lesniewski** — Produce a categorized list of agentic ideas with enough context to determine a credible path forward for each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Todd Walters** — Establish a shared baseline understanding of where the group stands collectively on embracing and enabling the Agentic Enterprise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Karl Mayer** — Clarify the boundary between what Tech@Lilly requires of Cloud and what Cloud must own and govern internally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Michelle Carr** — Identify process improvement opportunities specifically within the team's financial operations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Shweta Choudhary** — Ideate on the full scope of Agentic Enterprise possibilities for Cloud &amp; Connectivity and translate that into a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Common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Agentic Enterprise as the Central Organizing Idea** — The majority of participants (Fleming, Klinginsmith, Lesniewski, Walters, Choudhary, Graf) explicitly framed their desired outcomes around agentic AI — whether building a backlog, scoping opportunities, or defining an enablement path. This is the dominant lens through which the group is approaching the session.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From Ideas to Action — Prioritization and Roadmapping** — Multiple participants are not satisfied with ideation alone. Lesniewski wants categorization and an approach; Choudhary wants a roadmap; Fleming wants a backlog; Johnson wants a 3-year strategy. There is a strong, shared pull toward structured, decision-ready outputs rather than open-ended brainstorming.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Cross-Team Alignment and Boundary Clarity** — Pearce, Walters, and Mayer each surfaced a variation of the same need: understanding where teams are relative to one another, where collaboration is possible, and where ownership and accountability lines sit. This reflects an underlying tension between team-level autonomy and enterprise-level coherence.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Shared Definition of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The group will consider today a success if they leave with a shared, prioritized view of agentic AI opportunities across Cloud &amp; Connectivity — organized well enough to inform a 3-year strategy and near-term roadmap. Equally important, participants want clarity on how their individual team efforts connect, overlap, and align so that the path forward is coordinated rather than fragmented.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